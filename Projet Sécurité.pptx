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465A2-5932-45C1-9909-63F73846D35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9697A9-EC73-4733-BFA4-E1F69305A744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VM Kali: Attaque (10.74.0.71)</a:t>
          </a:r>
          <a:endParaRPr lang="en-US"/>
        </a:p>
      </dgm:t>
    </dgm:pt>
    <dgm:pt modelId="{B326FE0F-CDAC-439D-9E0D-52A9734C5AA5}" type="parTrans" cxnId="{E254DA3F-C927-4BCD-AA08-4204E185C209}">
      <dgm:prSet/>
      <dgm:spPr/>
      <dgm:t>
        <a:bodyPr/>
        <a:lstStyle/>
        <a:p>
          <a:endParaRPr lang="en-US"/>
        </a:p>
      </dgm:t>
    </dgm:pt>
    <dgm:pt modelId="{20E79D4F-CB57-44C5-BDB1-2814E563D920}" type="sibTrans" cxnId="{E254DA3F-C927-4BCD-AA08-4204E185C209}">
      <dgm:prSet/>
      <dgm:spPr/>
      <dgm:t>
        <a:bodyPr/>
        <a:lstStyle/>
        <a:p>
          <a:endParaRPr lang="en-US"/>
        </a:p>
      </dgm:t>
    </dgm:pt>
    <dgm:pt modelId="{F617D091-EDBF-46D5-A686-E54354B6F31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Conteneur Debian: Cible (10.74.1.65)</a:t>
          </a:r>
          <a:endParaRPr lang="en-US"/>
        </a:p>
      </dgm:t>
    </dgm:pt>
    <dgm:pt modelId="{9EF5F8F4-A06E-4913-96F3-99EE88753995}" type="parTrans" cxnId="{70258551-88C0-494F-80A5-118B14793CC6}">
      <dgm:prSet/>
      <dgm:spPr/>
      <dgm:t>
        <a:bodyPr/>
        <a:lstStyle/>
        <a:p>
          <a:endParaRPr lang="en-US"/>
        </a:p>
      </dgm:t>
    </dgm:pt>
    <dgm:pt modelId="{9A0A3FD9-A486-4DDE-970F-E10E5D141E17}" type="sibTrans" cxnId="{70258551-88C0-494F-80A5-118B14793CC6}">
      <dgm:prSet/>
      <dgm:spPr/>
      <dgm:t>
        <a:bodyPr/>
        <a:lstStyle/>
        <a:p>
          <a:endParaRPr lang="en-US"/>
        </a:p>
      </dgm:t>
    </dgm:pt>
    <dgm:pt modelId="{14C420AB-8A8C-4B78-8C45-A66B6B94431B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VM Windows (10.74.0.87)</a:t>
          </a:r>
          <a:endParaRPr lang="en-US"/>
        </a:p>
      </dgm:t>
    </dgm:pt>
    <dgm:pt modelId="{56F64882-7A73-4E0D-9890-40C1636E6C07}" type="parTrans" cxnId="{0303C00F-EF5E-497B-BB53-826141E99F9E}">
      <dgm:prSet/>
      <dgm:spPr/>
      <dgm:t>
        <a:bodyPr/>
        <a:lstStyle/>
        <a:p>
          <a:endParaRPr lang="en-US"/>
        </a:p>
      </dgm:t>
    </dgm:pt>
    <dgm:pt modelId="{16120817-589D-4A58-A72A-A751DBCD41A7}" type="sibTrans" cxnId="{0303C00F-EF5E-497B-BB53-826141E99F9E}">
      <dgm:prSet/>
      <dgm:spPr/>
      <dgm:t>
        <a:bodyPr/>
        <a:lstStyle/>
        <a:p>
          <a:endParaRPr lang="en-US"/>
        </a:p>
      </dgm:t>
    </dgm:pt>
    <dgm:pt modelId="{001A495B-5970-467A-ADE3-9C360F642F53}" type="pres">
      <dgm:prSet presAssocID="{901465A2-5932-45C1-9909-63F73846D35F}" presName="root" presStyleCnt="0">
        <dgm:presLayoutVars>
          <dgm:dir/>
          <dgm:resizeHandles val="exact"/>
        </dgm:presLayoutVars>
      </dgm:prSet>
      <dgm:spPr/>
    </dgm:pt>
    <dgm:pt modelId="{B17FCD8F-C6F0-4D06-A967-472DC0024E9A}" type="pres">
      <dgm:prSet presAssocID="{AA9697A9-EC73-4733-BFA4-E1F69305A744}" presName="compNode" presStyleCnt="0"/>
      <dgm:spPr/>
    </dgm:pt>
    <dgm:pt modelId="{4B045D1C-5DE3-4183-9BC3-FCC5E408F337}" type="pres">
      <dgm:prSet presAssocID="{AA9697A9-EC73-4733-BFA4-E1F69305A744}" presName="bgRect" presStyleLbl="bgShp" presStyleIdx="0" presStyleCnt="3"/>
      <dgm:spPr/>
    </dgm:pt>
    <dgm:pt modelId="{79C47213-1AEC-4FF4-987E-792C3A537873}" type="pres">
      <dgm:prSet presAssocID="{AA9697A9-EC73-4733-BFA4-E1F69305A74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cket knife"/>
        </a:ext>
      </dgm:extLst>
    </dgm:pt>
    <dgm:pt modelId="{C79FB2EB-C041-4755-BC0E-B06A48A8A8E0}" type="pres">
      <dgm:prSet presAssocID="{AA9697A9-EC73-4733-BFA4-E1F69305A744}" presName="spaceRect" presStyleCnt="0"/>
      <dgm:spPr/>
    </dgm:pt>
    <dgm:pt modelId="{6AF39455-4C6A-4FDB-B5ED-227705147F19}" type="pres">
      <dgm:prSet presAssocID="{AA9697A9-EC73-4733-BFA4-E1F69305A744}" presName="parTx" presStyleLbl="revTx" presStyleIdx="0" presStyleCnt="3">
        <dgm:presLayoutVars>
          <dgm:chMax val="0"/>
          <dgm:chPref val="0"/>
        </dgm:presLayoutVars>
      </dgm:prSet>
      <dgm:spPr/>
    </dgm:pt>
    <dgm:pt modelId="{B5574267-B2E9-4396-9680-C33CADCD3356}" type="pres">
      <dgm:prSet presAssocID="{20E79D4F-CB57-44C5-BDB1-2814E563D920}" presName="sibTrans" presStyleCnt="0"/>
      <dgm:spPr/>
    </dgm:pt>
    <dgm:pt modelId="{B87C0D5F-55CD-460B-9456-65795C64ACE7}" type="pres">
      <dgm:prSet presAssocID="{F617D091-EDBF-46D5-A686-E54354B6F31A}" presName="compNode" presStyleCnt="0"/>
      <dgm:spPr/>
    </dgm:pt>
    <dgm:pt modelId="{66448657-7A4F-45A0-8C9D-21DCBB4DEDDD}" type="pres">
      <dgm:prSet presAssocID="{F617D091-EDBF-46D5-A686-E54354B6F31A}" presName="bgRect" presStyleLbl="bgShp" presStyleIdx="1" presStyleCnt="3"/>
      <dgm:spPr/>
    </dgm:pt>
    <dgm:pt modelId="{C2A64CE4-5B2E-400D-8E6D-5F3CD0885468}" type="pres">
      <dgm:prSet presAssocID="{F617D091-EDBF-46D5-A686-E54354B6F31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enouille"/>
        </a:ext>
      </dgm:extLst>
    </dgm:pt>
    <dgm:pt modelId="{774C92DB-4A8B-4D6A-87D0-EA44AD01AA4D}" type="pres">
      <dgm:prSet presAssocID="{F617D091-EDBF-46D5-A686-E54354B6F31A}" presName="spaceRect" presStyleCnt="0"/>
      <dgm:spPr/>
    </dgm:pt>
    <dgm:pt modelId="{36214E49-A6C8-4806-B790-63A68769BE81}" type="pres">
      <dgm:prSet presAssocID="{F617D091-EDBF-46D5-A686-E54354B6F31A}" presName="parTx" presStyleLbl="revTx" presStyleIdx="1" presStyleCnt="3">
        <dgm:presLayoutVars>
          <dgm:chMax val="0"/>
          <dgm:chPref val="0"/>
        </dgm:presLayoutVars>
      </dgm:prSet>
      <dgm:spPr/>
    </dgm:pt>
    <dgm:pt modelId="{AFBF7165-4D97-4514-9536-8FD9639668C9}" type="pres">
      <dgm:prSet presAssocID="{9A0A3FD9-A486-4DDE-970F-E10E5D141E17}" presName="sibTrans" presStyleCnt="0"/>
      <dgm:spPr/>
    </dgm:pt>
    <dgm:pt modelId="{8FBA5816-3901-4ADC-A652-C57BCD067786}" type="pres">
      <dgm:prSet presAssocID="{14C420AB-8A8C-4B78-8C45-A66B6B94431B}" presName="compNode" presStyleCnt="0"/>
      <dgm:spPr/>
    </dgm:pt>
    <dgm:pt modelId="{6FF5D036-1CF3-4393-A23F-2F5D39B00521}" type="pres">
      <dgm:prSet presAssocID="{14C420AB-8A8C-4B78-8C45-A66B6B94431B}" presName="bgRect" presStyleLbl="bgShp" presStyleIdx="2" presStyleCnt="3"/>
      <dgm:spPr/>
    </dgm:pt>
    <dgm:pt modelId="{1418F41C-3B35-4ACD-AAF7-249652FBCA6E}" type="pres">
      <dgm:prSet presAssocID="{14C420AB-8A8C-4B78-8C45-A66B6B94431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rdinateur"/>
        </a:ext>
      </dgm:extLst>
    </dgm:pt>
    <dgm:pt modelId="{AC0D2150-F4D1-4608-B9BD-B9846707AC0B}" type="pres">
      <dgm:prSet presAssocID="{14C420AB-8A8C-4B78-8C45-A66B6B94431B}" presName="spaceRect" presStyleCnt="0"/>
      <dgm:spPr/>
    </dgm:pt>
    <dgm:pt modelId="{DFCAF470-5D1D-48B4-A06E-BE90A87087AA}" type="pres">
      <dgm:prSet presAssocID="{14C420AB-8A8C-4B78-8C45-A66B6B94431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303C00F-EF5E-497B-BB53-826141E99F9E}" srcId="{901465A2-5932-45C1-9909-63F73846D35F}" destId="{14C420AB-8A8C-4B78-8C45-A66B6B94431B}" srcOrd="2" destOrd="0" parTransId="{56F64882-7A73-4E0D-9890-40C1636E6C07}" sibTransId="{16120817-589D-4A58-A72A-A751DBCD41A7}"/>
    <dgm:cxn modelId="{E254DA3F-C927-4BCD-AA08-4204E185C209}" srcId="{901465A2-5932-45C1-9909-63F73846D35F}" destId="{AA9697A9-EC73-4733-BFA4-E1F69305A744}" srcOrd="0" destOrd="0" parTransId="{B326FE0F-CDAC-439D-9E0D-52A9734C5AA5}" sibTransId="{20E79D4F-CB57-44C5-BDB1-2814E563D920}"/>
    <dgm:cxn modelId="{70258551-88C0-494F-80A5-118B14793CC6}" srcId="{901465A2-5932-45C1-9909-63F73846D35F}" destId="{F617D091-EDBF-46D5-A686-E54354B6F31A}" srcOrd="1" destOrd="0" parTransId="{9EF5F8F4-A06E-4913-96F3-99EE88753995}" sibTransId="{9A0A3FD9-A486-4DDE-970F-E10E5D141E17}"/>
    <dgm:cxn modelId="{8F715453-1650-48D9-8409-6D8A3378923F}" type="presOf" srcId="{AA9697A9-EC73-4733-BFA4-E1F69305A744}" destId="{6AF39455-4C6A-4FDB-B5ED-227705147F19}" srcOrd="0" destOrd="0" presId="urn:microsoft.com/office/officeart/2018/2/layout/IconVerticalSolidList"/>
    <dgm:cxn modelId="{B96EA47D-E301-4135-9BAA-329C6A2C3420}" type="presOf" srcId="{901465A2-5932-45C1-9909-63F73846D35F}" destId="{001A495B-5970-467A-ADE3-9C360F642F53}" srcOrd="0" destOrd="0" presId="urn:microsoft.com/office/officeart/2018/2/layout/IconVerticalSolidList"/>
    <dgm:cxn modelId="{279D6A8B-4ECC-49ED-AF29-4AC9F034397C}" type="presOf" srcId="{F617D091-EDBF-46D5-A686-E54354B6F31A}" destId="{36214E49-A6C8-4806-B790-63A68769BE81}" srcOrd="0" destOrd="0" presId="urn:microsoft.com/office/officeart/2018/2/layout/IconVerticalSolidList"/>
    <dgm:cxn modelId="{8CCF52A1-47C6-402C-9544-FAE763962060}" type="presOf" srcId="{14C420AB-8A8C-4B78-8C45-A66B6B94431B}" destId="{DFCAF470-5D1D-48B4-A06E-BE90A87087AA}" srcOrd="0" destOrd="0" presId="urn:microsoft.com/office/officeart/2018/2/layout/IconVerticalSolidList"/>
    <dgm:cxn modelId="{D5C8E5E0-B760-4D4A-973A-CEECF4AE7405}" type="presParOf" srcId="{001A495B-5970-467A-ADE3-9C360F642F53}" destId="{B17FCD8F-C6F0-4D06-A967-472DC0024E9A}" srcOrd="0" destOrd="0" presId="urn:microsoft.com/office/officeart/2018/2/layout/IconVerticalSolidList"/>
    <dgm:cxn modelId="{CB8DE762-B204-4C0B-BDB3-AD927D2F161E}" type="presParOf" srcId="{B17FCD8F-C6F0-4D06-A967-472DC0024E9A}" destId="{4B045D1C-5DE3-4183-9BC3-FCC5E408F337}" srcOrd="0" destOrd="0" presId="urn:microsoft.com/office/officeart/2018/2/layout/IconVerticalSolidList"/>
    <dgm:cxn modelId="{9211C202-D0A5-45EA-B040-958FE7B74074}" type="presParOf" srcId="{B17FCD8F-C6F0-4D06-A967-472DC0024E9A}" destId="{79C47213-1AEC-4FF4-987E-792C3A537873}" srcOrd="1" destOrd="0" presId="urn:microsoft.com/office/officeart/2018/2/layout/IconVerticalSolidList"/>
    <dgm:cxn modelId="{C9C24DBD-CFAA-4838-8FDB-0374E7A23DA8}" type="presParOf" srcId="{B17FCD8F-C6F0-4D06-A967-472DC0024E9A}" destId="{C79FB2EB-C041-4755-BC0E-B06A48A8A8E0}" srcOrd="2" destOrd="0" presId="urn:microsoft.com/office/officeart/2018/2/layout/IconVerticalSolidList"/>
    <dgm:cxn modelId="{7B2610A6-ED77-42B1-9BD5-6FEDF1058BBE}" type="presParOf" srcId="{B17FCD8F-C6F0-4D06-A967-472DC0024E9A}" destId="{6AF39455-4C6A-4FDB-B5ED-227705147F19}" srcOrd="3" destOrd="0" presId="urn:microsoft.com/office/officeart/2018/2/layout/IconVerticalSolidList"/>
    <dgm:cxn modelId="{B3930963-7CF4-423C-94CB-F484A1554CA8}" type="presParOf" srcId="{001A495B-5970-467A-ADE3-9C360F642F53}" destId="{B5574267-B2E9-4396-9680-C33CADCD3356}" srcOrd="1" destOrd="0" presId="urn:microsoft.com/office/officeart/2018/2/layout/IconVerticalSolidList"/>
    <dgm:cxn modelId="{1D74CAC4-BFEE-48D7-B5FA-446298D82F5D}" type="presParOf" srcId="{001A495B-5970-467A-ADE3-9C360F642F53}" destId="{B87C0D5F-55CD-460B-9456-65795C64ACE7}" srcOrd="2" destOrd="0" presId="urn:microsoft.com/office/officeart/2018/2/layout/IconVerticalSolidList"/>
    <dgm:cxn modelId="{B96DCE2E-5F79-4D2C-94F2-26BD11983D3D}" type="presParOf" srcId="{B87C0D5F-55CD-460B-9456-65795C64ACE7}" destId="{66448657-7A4F-45A0-8C9D-21DCBB4DEDDD}" srcOrd="0" destOrd="0" presId="urn:microsoft.com/office/officeart/2018/2/layout/IconVerticalSolidList"/>
    <dgm:cxn modelId="{9CA94C9D-D5FE-4661-BE04-68E5EF9F839B}" type="presParOf" srcId="{B87C0D5F-55CD-460B-9456-65795C64ACE7}" destId="{C2A64CE4-5B2E-400D-8E6D-5F3CD0885468}" srcOrd="1" destOrd="0" presId="urn:microsoft.com/office/officeart/2018/2/layout/IconVerticalSolidList"/>
    <dgm:cxn modelId="{C67A485B-C40D-483E-8A3C-639AD8DB59E1}" type="presParOf" srcId="{B87C0D5F-55CD-460B-9456-65795C64ACE7}" destId="{774C92DB-4A8B-4D6A-87D0-EA44AD01AA4D}" srcOrd="2" destOrd="0" presId="urn:microsoft.com/office/officeart/2018/2/layout/IconVerticalSolidList"/>
    <dgm:cxn modelId="{92BF9C7E-F4BA-473F-AC18-7CCCC94F7ED3}" type="presParOf" srcId="{B87C0D5F-55CD-460B-9456-65795C64ACE7}" destId="{36214E49-A6C8-4806-B790-63A68769BE81}" srcOrd="3" destOrd="0" presId="urn:microsoft.com/office/officeart/2018/2/layout/IconVerticalSolidList"/>
    <dgm:cxn modelId="{4AC7A245-7123-4594-86CA-EE51FFE44298}" type="presParOf" srcId="{001A495B-5970-467A-ADE3-9C360F642F53}" destId="{AFBF7165-4D97-4514-9536-8FD9639668C9}" srcOrd="3" destOrd="0" presId="urn:microsoft.com/office/officeart/2018/2/layout/IconVerticalSolidList"/>
    <dgm:cxn modelId="{433D09BA-76A7-4427-B926-7BC62C713994}" type="presParOf" srcId="{001A495B-5970-467A-ADE3-9C360F642F53}" destId="{8FBA5816-3901-4ADC-A652-C57BCD067786}" srcOrd="4" destOrd="0" presId="urn:microsoft.com/office/officeart/2018/2/layout/IconVerticalSolidList"/>
    <dgm:cxn modelId="{326E534E-23C3-4004-84A8-9B724DA6B167}" type="presParOf" srcId="{8FBA5816-3901-4ADC-A652-C57BCD067786}" destId="{6FF5D036-1CF3-4393-A23F-2F5D39B00521}" srcOrd="0" destOrd="0" presId="urn:microsoft.com/office/officeart/2018/2/layout/IconVerticalSolidList"/>
    <dgm:cxn modelId="{364B9042-D827-4908-97D6-521A4290F361}" type="presParOf" srcId="{8FBA5816-3901-4ADC-A652-C57BCD067786}" destId="{1418F41C-3B35-4ACD-AAF7-249652FBCA6E}" srcOrd="1" destOrd="0" presId="urn:microsoft.com/office/officeart/2018/2/layout/IconVerticalSolidList"/>
    <dgm:cxn modelId="{652AE854-F44D-4D55-90A1-286770D3AD38}" type="presParOf" srcId="{8FBA5816-3901-4ADC-A652-C57BCD067786}" destId="{AC0D2150-F4D1-4608-B9BD-B9846707AC0B}" srcOrd="2" destOrd="0" presId="urn:microsoft.com/office/officeart/2018/2/layout/IconVerticalSolidList"/>
    <dgm:cxn modelId="{EEFB7FF0-6AFA-45C9-8E35-A11C5E6D358C}" type="presParOf" srcId="{8FBA5816-3901-4ADC-A652-C57BCD067786}" destId="{DFCAF470-5D1D-48B4-A06E-BE90A87087A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BEF7D4-42F9-49ED-93B8-803EA9FD90C0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4866E8D-C1BB-4C51-8953-25A3BFE8361D}">
      <dgm:prSet/>
      <dgm:spPr/>
      <dgm:t>
        <a:bodyPr/>
        <a:lstStyle/>
        <a:p>
          <a:r>
            <a:rPr lang="fr-FR"/>
            <a:t>Analyse de l’hôte 10.74.1.65</a:t>
          </a:r>
          <a:endParaRPr lang="en-US"/>
        </a:p>
      </dgm:t>
    </dgm:pt>
    <dgm:pt modelId="{DCF57649-BF78-40B8-A128-5FB0FCB42C37}" type="parTrans" cxnId="{DAED6D32-6732-4872-B638-EE7E94340BAC}">
      <dgm:prSet/>
      <dgm:spPr/>
      <dgm:t>
        <a:bodyPr/>
        <a:lstStyle/>
        <a:p>
          <a:endParaRPr lang="en-US"/>
        </a:p>
      </dgm:t>
    </dgm:pt>
    <dgm:pt modelId="{CE8B8990-9A05-44C2-B740-5F1F7275CE11}" type="sibTrans" cxnId="{DAED6D32-6732-4872-B638-EE7E94340BAC}">
      <dgm:prSet/>
      <dgm:spPr/>
      <dgm:t>
        <a:bodyPr/>
        <a:lstStyle/>
        <a:p>
          <a:endParaRPr lang="en-US"/>
        </a:p>
      </dgm:t>
    </dgm:pt>
    <dgm:pt modelId="{9DD91503-C34F-4C9C-9BD1-67CB45F9898E}">
      <dgm:prSet/>
      <dgm:spPr/>
      <dgm:t>
        <a:bodyPr/>
        <a:lstStyle/>
        <a:p>
          <a:r>
            <a:rPr lang="fr-FR"/>
            <a:t>Scan Nmap + analyse des services</a:t>
          </a:r>
          <a:endParaRPr lang="en-US"/>
        </a:p>
      </dgm:t>
    </dgm:pt>
    <dgm:pt modelId="{903F24FA-1AC2-46CD-A21B-EA456672C774}" type="parTrans" cxnId="{80DEBA8A-8638-447D-9EC0-252D13B15714}">
      <dgm:prSet/>
      <dgm:spPr/>
      <dgm:t>
        <a:bodyPr/>
        <a:lstStyle/>
        <a:p>
          <a:endParaRPr lang="en-US"/>
        </a:p>
      </dgm:t>
    </dgm:pt>
    <dgm:pt modelId="{BB73E581-47D8-488E-AEB7-27A717A2CAE8}" type="sibTrans" cxnId="{80DEBA8A-8638-447D-9EC0-252D13B15714}">
      <dgm:prSet/>
      <dgm:spPr/>
      <dgm:t>
        <a:bodyPr/>
        <a:lstStyle/>
        <a:p>
          <a:endParaRPr lang="en-US"/>
        </a:p>
      </dgm:t>
    </dgm:pt>
    <dgm:pt modelId="{A4CA24EB-6DDA-41EB-A21F-D9E28319A3F7}">
      <dgm:prSet/>
      <dgm:spPr/>
      <dgm:t>
        <a:bodyPr/>
        <a:lstStyle/>
        <a:p>
          <a:r>
            <a:rPr lang="fr-FR"/>
            <a:t>Identification des vulnérabilités</a:t>
          </a:r>
          <a:endParaRPr lang="en-US"/>
        </a:p>
      </dgm:t>
    </dgm:pt>
    <dgm:pt modelId="{3BD96D45-819B-471A-A33D-778BAA23E4A4}" type="parTrans" cxnId="{792FA951-36C2-427E-A1D5-FCAD67F9B48B}">
      <dgm:prSet/>
      <dgm:spPr/>
      <dgm:t>
        <a:bodyPr/>
        <a:lstStyle/>
        <a:p>
          <a:endParaRPr lang="en-US"/>
        </a:p>
      </dgm:t>
    </dgm:pt>
    <dgm:pt modelId="{C3A9CE51-E46B-4A97-B871-BABDAE5C6E29}" type="sibTrans" cxnId="{792FA951-36C2-427E-A1D5-FCAD67F9B48B}">
      <dgm:prSet/>
      <dgm:spPr/>
      <dgm:t>
        <a:bodyPr/>
        <a:lstStyle/>
        <a:p>
          <a:endParaRPr lang="en-US"/>
        </a:p>
      </dgm:t>
    </dgm:pt>
    <dgm:pt modelId="{C57965A0-1BB1-43FC-AB8A-60D1D866C78F}">
      <dgm:prSet/>
      <dgm:spPr/>
      <dgm:t>
        <a:bodyPr/>
        <a:lstStyle/>
        <a:p>
          <a:r>
            <a:rPr lang="fr-FR"/>
            <a:t>Verification applicative</a:t>
          </a:r>
          <a:endParaRPr lang="en-US"/>
        </a:p>
      </dgm:t>
    </dgm:pt>
    <dgm:pt modelId="{225EBC3A-1B42-42A3-930A-6AE8A754F5BC}" type="parTrans" cxnId="{F088C0DE-CFCD-45ED-90F5-268BB109A580}">
      <dgm:prSet/>
      <dgm:spPr/>
      <dgm:t>
        <a:bodyPr/>
        <a:lstStyle/>
        <a:p>
          <a:endParaRPr lang="en-US"/>
        </a:p>
      </dgm:t>
    </dgm:pt>
    <dgm:pt modelId="{70CD9F7A-38EF-4532-89EC-54C969765992}" type="sibTrans" cxnId="{F088C0DE-CFCD-45ED-90F5-268BB109A580}">
      <dgm:prSet/>
      <dgm:spPr/>
      <dgm:t>
        <a:bodyPr/>
        <a:lstStyle/>
        <a:p>
          <a:endParaRPr lang="en-US"/>
        </a:p>
      </dgm:t>
    </dgm:pt>
    <dgm:pt modelId="{AD5910AD-F407-4AEE-A361-55BF262A9FD4}">
      <dgm:prSet/>
      <dgm:spPr/>
      <dgm:t>
        <a:bodyPr/>
        <a:lstStyle/>
        <a:p>
          <a:r>
            <a:rPr lang="fr-FR"/>
            <a:t>Objectif: détecter, analyser et documenter les risques</a:t>
          </a:r>
          <a:endParaRPr lang="en-US"/>
        </a:p>
      </dgm:t>
    </dgm:pt>
    <dgm:pt modelId="{6717A816-D900-4F55-B5BF-FD12DBE4C1C0}" type="parTrans" cxnId="{42288C63-6140-4B86-AEF6-3CF257746E33}">
      <dgm:prSet/>
      <dgm:spPr/>
      <dgm:t>
        <a:bodyPr/>
        <a:lstStyle/>
        <a:p>
          <a:endParaRPr lang="en-US"/>
        </a:p>
      </dgm:t>
    </dgm:pt>
    <dgm:pt modelId="{27DF5DE7-8DA5-4BC8-A56D-E6152B4C36B4}" type="sibTrans" cxnId="{42288C63-6140-4B86-AEF6-3CF257746E33}">
      <dgm:prSet/>
      <dgm:spPr/>
      <dgm:t>
        <a:bodyPr/>
        <a:lstStyle/>
        <a:p>
          <a:endParaRPr lang="en-US"/>
        </a:p>
      </dgm:t>
    </dgm:pt>
    <dgm:pt modelId="{D6D068F5-90A2-4D02-A26A-CF5692305757}" type="pres">
      <dgm:prSet presAssocID="{E1BEF7D4-42F9-49ED-93B8-803EA9FD90C0}" presName="outerComposite" presStyleCnt="0">
        <dgm:presLayoutVars>
          <dgm:chMax val="5"/>
          <dgm:dir/>
          <dgm:resizeHandles val="exact"/>
        </dgm:presLayoutVars>
      </dgm:prSet>
      <dgm:spPr/>
    </dgm:pt>
    <dgm:pt modelId="{4ECB667D-19EF-4E64-B564-462B73B5D5DB}" type="pres">
      <dgm:prSet presAssocID="{E1BEF7D4-42F9-49ED-93B8-803EA9FD90C0}" presName="dummyMaxCanvas" presStyleCnt="0">
        <dgm:presLayoutVars/>
      </dgm:prSet>
      <dgm:spPr/>
    </dgm:pt>
    <dgm:pt modelId="{F2E72882-9B4D-463F-A1D0-9D25C8727A4C}" type="pres">
      <dgm:prSet presAssocID="{E1BEF7D4-42F9-49ED-93B8-803EA9FD90C0}" presName="FiveNodes_1" presStyleLbl="node1" presStyleIdx="0" presStyleCnt="5">
        <dgm:presLayoutVars>
          <dgm:bulletEnabled val="1"/>
        </dgm:presLayoutVars>
      </dgm:prSet>
      <dgm:spPr/>
    </dgm:pt>
    <dgm:pt modelId="{EBF7F96E-B449-4679-BCEB-0796DFD621E1}" type="pres">
      <dgm:prSet presAssocID="{E1BEF7D4-42F9-49ED-93B8-803EA9FD90C0}" presName="FiveNodes_2" presStyleLbl="node1" presStyleIdx="1" presStyleCnt="5">
        <dgm:presLayoutVars>
          <dgm:bulletEnabled val="1"/>
        </dgm:presLayoutVars>
      </dgm:prSet>
      <dgm:spPr/>
    </dgm:pt>
    <dgm:pt modelId="{D3D92159-9C6D-43FF-A108-75E6EFA3495E}" type="pres">
      <dgm:prSet presAssocID="{E1BEF7D4-42F9-49ED-93B8-803EA9FD90C0}" presName="FiveNodes_3" presStyleLbl="node1" presStyleIdx="2" presStyleCnt="5">
        <dgm:presLayoutVars>
          <dgm:bulletEnabled val="1"/>
        </dgm:presLayoutVars>
      </dgm:prSet>
      <dgm:spPr/>
    </dgm:pt>
    <dgm:pt modelId="{57740562-AF80-465A-AFAA-15BAE967AA7B}" type="pres">
      <dgm:prSet presAssocID="{E1BEF7D4-42F9-49ED-93B8-803EA9FD90C0}" presName="FiveNodes_4" presStyleLbl="node1" presStyleIdx="3" presStyleCnt="5">
        <dgm:presLayoutVars>
          <dgm:bulletEnabled val="1"/>
        </dgm:presLayoutVars>
      </dgm:prSet>
      <dgm:spPr/>
    </dgm:pt>
    <dgm:pt modelId="{002190F2-B9F8-4CD4-A566-82BF2729CC58}" type="pres">
      <dgm:prSet presAssocID="{E1BEF7D4-42F9-49ED-93B8-803EA9FD90C0}" presName="FiveNodes_5" presStyleLbl="node1" presStyleIdx="4" presStyleCnt="5">
        <dgm:presLayoutVars>
          <dgm:bulletEnabled val="1"/>
        </dgm:presLayoutVars>
      </dgm:prSet>
      <dgm:spPr/>
    </dgm:pt>
    <dgm:pt modelId="{F88D9528-41CD-490E-A78D-757E9788D5B7}" type="pres">
      <dgm:prSet presAssocID="{E1BEF7D4-42F9-49ED-93B8-803EA9FD90C0}" presName="FiveConn_1-2" presStyleLbl="fgAccFollowNode1" presStyleIdx="0" presStyleCnt="4">
        <dgm:presLayoutVars>
          <dgm:bulletEnabled val="1"/>
        </dgm:presLayoutVars>
      </dgm:prSet>
      <dgm:spPr/>
    </dgm:pt>
    <dgm:pt modelId="{3E9EA834-F214-41EA-ABD7-074F48E5122D}" type="pres">
      <dgm:prSet presAssocID="{E1BEF7D4-42F9-49ED-93B8-803EA9FD90C0}" presName="FiveConn_2-3" presStyleLbl="fgAccFollowNode1" presStyleIdx="1" presStyleCnt="4">
        <dgm:presLayoutVars>
          <dgm:bulletEnabled val="1"/>
        </dgm:presLayoutVars>
      </dgm:prSet>
      <dgm:spPr/>
    </dgm:pt>
    <dgm:pt modelId="{CEE85978-C0D3-44C8-A60B-B8EFCE604C61}" type="pres">
      <dgm:prSet presAssocID="{E1BEF7D4-42F9-49ED-93B8-803EA9FD90C0}" presName="FiveConn_3-4" presStyleLbl="fgAccFollowNode1" presStyleIdx="2" presStyleCnt="4">
        <dgm:presLayoutVars>
          <dgm:bulletEnabled val="1"/>
        </dgm:presLayoutVars>
      </dgm:prSet>
      <dgm:spPr/>
    </dgm:pt>
    <dgm:pt modelId="{4E703279-BDBD-47A1-BA66-DF6209A22C45}" type="pres">
      <dgm:prSet presAssocID="{E1BEF7D4-42F9-49ED-93B8-803EA9FD90C0}" presName="FiveConn_4-5" presStyleLbl="fgAccFollowNode1" presStyleIdx="3" presStyleCnt="4">
        <dgm:presLayoutVars>
          <dgm:bulletEnabled val="1"/>
        </dgm:presLayoutVars>
      </dgm:prSet>
      <dgm:spPr/>
    </dgm:pt>
    <dgm:pt modelId="{D35E8A75-D414-4849-BE2F-C27EA229002C}" type="pres">
      <dgm:prSet presAssocID="{E1BEF7D4-42F9-49ED-93B8-803EA9FD90C0}" presName="FiveNodes_1_text" presStyleLbl="node1" presStyleIdx="4" presStyleCnt="5">
        <dgm:presLayoutVars>
          <dgm:bulletEnabled val="1"/>
        </dgm:presLayoutVars>
      </dgm:prSet>
      <dgm:spPr/>
    </dgm:pt>
    <dgm:pt modelId="{2483FF95-ACBA-42C0-9E2A-A49A8765E538}" type="pres">
      <dgm:prSet presAssocID="{E1BEF7D4-42F9-49ED-93B8-803EA9FD90C0}" presName="FiveNodes_2_text" presStyleLbl="node1" presStyleIdx="4" presStyleCnt="5">
        <dgm:presLayoutVars>
          <dgm:bulletEnabled val="1"/>
        </dgm:presLayoutVars>
      </dgm:prSet>
      <dgm:spPr/>
    </dgm:pt>
    <dgm:pt modelId="{AC3344CC-2B7F-4439-8602-B9F37D5F8C66}" type="pres">
      <dgm:prSet presAssocID="{E1BEF7D4-42F9-49ED-93B8-803EA9FD90C0}" presName="FiveNodes_3_text" presStyleLbl="node1" presStyleIdx="4" presStyleCnt="5">
        <dgm:presLayoutVars>
          <dgm:bulletEnabled val="1"/>
        </dgm:presLayoutVars>
      </dgm:prSet>
      <dgm:spPr/>
    </dgm:pt>
    <dgm:pt modelId="{7DE43E80-C9FB-4C22-A416-8302EF624A77}" type="pres">
      <dgm:prSet presAssocID="{E1BEF7D4-42F9-49ED-93B8-803EA9FD90C0}" presName="FiveNodes_4_text" presStyleLbl="node1" presStyleIdx="4" presStyleCnt="5">
        <dgm:presLayoutVars>
          <dgm:bulletEnabled val="1"/>
        </dgm:presLayoutVars>
      </dgm:prSet>
      <dgm:spPr/>
    </dgm:pt>
    <dgm:pt modelId="{3CF4A63A-BCB3-4451-ADDE-A58705429A5D}" type="pres">
      <dgm:prSet presAssocID="{E1BEF7D4-42F9-49ED-93B8-803EA9FD90C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1A3C20D-875F-4EF8-A9AD-71986A038972}" type="presOf" srcId="{BB73E581-47D8-488E-AEB7-27A717A2CAE8}" destId="{3E9EA834-F214-41EA-ABD7-074F48E5122D}" srcOrd="0" destOrd="0" presId="urn:microsoft.com/office/officeart/2005/8/layout/vProcess5"/>
    <dgm:cxn modelId="{F7E63C13-B9C6-42F9-8208-D9B2F5B0A04D}" type="presOf" srcId="{C57965A0-1BB1-43FC-AB8A-60D1D866C78F}" destId="{57740562-AF80-465A-AFAA-15BAE967AA7B}" srcOrd="0" destOrd="0" presId="urn:microsoft.com/office/officeart/2005/8/layout/vProcess5"/>
    <dgm:cxn modelId="{5051EC29-7D78-4100-83FF-F7CFE118B52A}" type="presOf" srcId="{C3A9CE51-E46B-4A97-B871-BABDAE5C6E29}" destId="{CEE85978-C0D3-44C8-A60B-B8EFCE604C61}" srcOrd="0" destOrd="0" presId="urn:microsoft.com/office/officeart/2005/8/layout/vProcess5"/>
    <dgm:cxn modelId="{DAED6D32-6732-4872-B638-EE7E94340BAC}" srcId="{E1BEF7D4-42F9-49ED-93B8-803EA9FD90C0}" destId="{34866E8D-C1BB-4C51-8953-25A3BFE8361D}" srcOrd="0" destOrd="0" parTransId="{DCF57649-BF78-40B8-A128-5FB0FCB42C37}" sibTransId="{CE8B8990-9A05-44C2-B740-5F1F7275CE11}"/>
    <dgm:cxn modelId="{D7741A5C-4E5D-425D-87B2-5725C01877D6}" type="presOf" srcId="{E1BEF7D4-42F9-49ED-93B8-803EA9FD90C0}" destId="{D6D068F5-90A2-4D02-A26A-CF5692305757}" srcOrd="0" destOrd="0" presId="urn:microsoft.com/office/officeart/2005/8/layout/vProcess5"/>
    <dgm:cxn modelId="{42288C63-6140-4B86-AEF6-3CF257746E33}" srcId="{E1BEF7D4-42F9-49ED-93B8-803EA9FD90C0}" destId="{AD5910AD-F407-4AEE-A361-55BF262A9FD4}" srcOrd="4" destOrd="0" parTransId="{6717A816-D900-4F55-B5BF-FD12DBE4C1C0}" sibTransId="{27DF5DE7-8DA5-4BC8-A56D-E6152B4C36B4}"/>
    <dgm:cxn modelId="{11991E45-AC00-488B-B178-1147B329F41E}" type="presOf" srcId="{34866E8D-C1BB-4C51-8953-25A3BFE8361D}" destId="{F2E72882-9B4D-463F-A1D0-9D25C8727A4C}" srcOrd="0" destOrd="0" presId="urn:microsoft.com/office/officeart/2005/8/layout/vProcess5"/>
    <dgm:cxn modelId="{BE8B1F65-585E-4A90-AE89-927C0196C95E}" type="presOf" srcId="{9DD91503-C34F-4C9C-9BD1-67CB45F9898E}" destId="{EBF7F96E-B449-4679-BCEB-0796DFD621E1}" srcOrd="0" destOrd="0" presId="urn:microsoft.com/office/officeart/2005/8/layout/vProcess5"/>
    <dgm:cxn modelId="{792FA951-36C2-427E-A1D5-FCAD67F9B48B}" srcId="{E1BEF7D4-42F9-49ED-93B8-803EA9FD90C0}" destId="{A4CA24EB-6DDA-41EB-A21F-D9E28319A3F7}" srcOrd="2" destOrd="0" parTransId="{3BD96D45-819B-471A-A33D-778BAA23E4A4}" sibTransId="{C3A9CE51-E46B-4A97-B871-BABDAE5C6E29}"/>
    <dgm:cxn modelId="{4C037175-EB00-441F-817C-019FA93DC1A3}" type="presOf" srcId="{A4CA24EB-6DDA-41EB-A21F-D9E28319A3F7}" destId="{D3D92159-9C6D-43FF-A108-75E6EFA3495E}" srcOrd="0" destOrd="0" presId="urn:microsoft.com/office/officeart/2005/8/layout/vProcess5"/>
    <dgm:cxn modelId="{80DEBA8A-8638-447D-9EC0-252D13B15714}" srcId="{E1BEF7D4-42F9-49ED-93B8-803EA9FD90C0}" destId="{9DD91503-C34F-4C9C-9BD1-67CB45F9898E}" srcOrd="1" destOrd="0" parTransId="{903F24FA-1AC2-46CD-A21B-EA456672C774}" sibTransId="{BB73E581-47D8-488E-AEB7-27A717A2CAE8}"/>
    <dgm:cxn modelId="{115513A6-31EC-44F7-8DD0-A9762D4BDE40}" type="presOf" srcId="{AD5910AD-F407-4AEE-A361-55BF262A9FD4}" destId="{002190F2-B9F8-4CD4-A566-82BF2729CC58}" srcOrd="0" destOrd="0" presId="urn:microsoft.com/office/officeart/2005/8/layout/vProcess5"/>
    <dgm:cxn modelId="{7E3510AA-6008-41BC-8BFA-75C169834BB9}" type="presOf" srcId="{9DD91503-C34F-4C9C-9BD1-67CB45F9898E}" destId="{2483FF95-ACBA-42C0-9E2A-A49A8765E538}" srcOrd="1" destOrd="0" presId="urn:microsoft.com/office/officeart/2005/8/layout/vProcess5"/>
    <dgm:cxn modelId="{F088C0DE-CFCD-45ED-90F5-268BB109A580}" srcId="{E1BEF7D4-42F9-49ED-93B8-803EA9FD90C0}" destId="{C57965A0-1BB1-43FC-AB8A-60D1D866C78F}" srcOrd="3" destOrd="0" parTransId="{225EBC3A-1B42-42A3-930A-6AE8A754F5BC}" sibTransId="{70CD9F7A-38EF-4532-89EC-54C969765992}"/>
    <dgm:cxn modelId="{53BF6CE5-C23E-4968-AD49-EC929836DFB9}" type="presOf" srcId="{CE8B8990-9A05-44C2-B740-5F1F7275CE11}" destId="{F88D9528-41CD-490E-A78D-757E9788D5B7}" srcOrd="0" destOrd="0" presId="urn:microsoft.com/office/officeart/2005/8/layout/vProcess5"/>
    <dgm:cxn modelId="{F36CABF3-9724-4DE2-8C05-A24E53793E9E}" type="presOf" srcId="{34866E8D-C1BB-4C51-8953-25A3BFE8361D}" destId="{D35E8A75-D414-4849-BE2F-C27EA229002C}" srcOrd="1" destOrd="0" presId="urn:microsoft.com/office/officeart/2005/8/layout/vProcess5"/>
    <dgm:cxn modelId="{833158F5-3D1F-4532-877D-F704DDADA820}" type="presOf" srcId="{70CD9F7A-38EF-4532-89EC-54C969765992}" destId="{4E703279-BDBD-47A1-BA66-DF6209A22C45}" srcOrd="0" destOrd="0" presId="urn:microsoft.com/office/officeart/2005/8/layout/vProcess5"/>
    <dgm:cxn modelId="{CB241BF9-9BD1-4862-80EF-1DB85BF6EA2D}" type="presOf" srcId="{A4CA24EB-6DDA-41EB-A21F-D9E28319A3F7}" destId="{AC3344CC-2B7F-4439-8602-B9F37D5F8C66}" srcOrd="1" destOrd="0" presId="urn:microsoft.com/office/officeart/2005/8/layout/vProcess5"/>
    <dgm:cxn modelId="{19B170F9-136C-4280-9B63-09B2B956BF9E}" type="presOf" srcId="{C57965A0-1BB1-43FC-AB8A-60D1D866C78F}" destId="{7DE43E80-C9FB-4C22-A416-8302EF624A77}" srcOrd="1" destOrd="0" presId="urn:microsoft.com/office/officeart/2005/8/layout/vProcess5"/>
    <dgm:cxn modelId="{1D441FFD-014E-4FDA-BA22-22543FBD427E}" type="presOf" srcId="{AD5910AD-F407-4AEE-A361-55BF262A9FD4}" destId="{3CF4A63A-BCB3-4451-ADDE-A58705429A5D}" srcOrd="1" destOrd="0" presId="urn:microsoft.com/office/officeart/2005/8/layout/vProcess5"/>
    <dgm:cxn modelId="{0157F6D1-4222-4F38-A9AB-1DE730BF3B5E}" type="presParOf" srcId="{D6D068F5-90A2-4D02-A26A-CF5692305757}" destId="{4ECB667D-19EF-4E64-B564-462B73B5D5DB}" srcOrd="0" destOrd="0" presId="urn:microsoft.com/office/officeart/2005/8/layout/vProcess5"/>
    <dgm:cxn modelId="{8B8EDDDC-86BF-40AA-915F-F20990837ED8}" type="presParOf" srcId="{D6D068F5-90A2-4D02-A26A-CF5692305757}" destId="{F2E72882-9B4D-463F-A1D0-9D25C8727A4C}" srcOrd="1" destOrd="0" presId="urn:microsoft.com/office/officeart/2005/8/layout/vProcess5"/>
    <dgm:cxn modelId="{03E28927-718D-4AB5-826A-A75637895D14}" type="presParOf" srcId="{D6D068F5-90A2-4D02-A26A-CF5692305757}" destId="{EBF7F96E-B449-4679-BCEB-0796DFD621E1}" srcOrd="2" destOrd="0" presId="urn:microsoft.com/office/officeart/2005/8/layout/vProcess5"/>
    <dgm:cxn modelId="{B0A05D23-1655-4942-AECD-6189EF8EE494}" type="presParOf" srcId="{D6D068F5-90A2-4D02-A26A-CF5692305757}" destId="{D3D92159-9C6D-43FF-A108-75E6EFA3495E}" srcOrd="3" destOrd="0" presId="urn:microsoft.com/office/officeart/2005/8/layout/vProcess5"/>
    <dgm:cxn modelId="{308E8970-B94B-4714-9E51-643B275ABEE9}" type="presParOf" srcId="{D6D068F5-90A2-4D02-A26A-CF5692305757}" destId="{57740562-AF80-465A-AFAA-15BAE967AA7B}" srcOrd="4" destOrd="0" presId="urn:microsoft.com/office/officeart/2005/8/layout/vProcess5"/>
    <dgm:cxn modelId="{31E9D1BB-47FE-4F0C-8DC8-0F96FD80A95D}" type="presParOf" srcId="{D6D068F5-90A2-4D02-A26A-CF5692305757}" destId="{002190F2-B9F8-4CD4-A566-82BF2729CC58}" srcOrd="5" destOrd="0" presId="urn:microsoft.com/office/officeart/2005/8/layout/vProcess5"/>
    <dgm:cxn modelId="{2ACF82F5-4009-4194-BAC1-48474FE68121}" type="presParOf" srcId="{D6D068F5-90A2-4D02-A26A-CF5692305757}" destId="{F88D9528-41CD-490E-A78D-757E9788D5B7}" srcOrd="6" destOrd="0" presId="urn:microsoft.com/office/officeart/2005/8/layout/vProcess5"/>
    <dgm:cxn modelId="{2D97E4B6-7A1E-41AB-892F-35690F3861B1}" type="presParOf" srcId="{D6D068F5-90A2-4D02-A26A-CF5692305757}" destId="{3E9EA834-F214-41EA-ABD7-074F48E5122D}" srcOrd="7" destOrd="0" presId="urn:microsoft.com/office/officeart/2005/8/layout/vProcess5"/>
    <dgm:cxn modelId="{CF9E4358-D077-4713-B414-851C0D44F180}" type="presParOf" srcId="{D6D068F5-90A2-4D02-A26A-CF5692305757}" destId="{CEE85978-C0D3-44C8-A60B-B8EFCE604C61}" srcOrd="8" destOrd="0" presId="urn:microsoft.com/office/officeart/2005/8/layout/vProcess5"/>
    <dgm:cxn modelId="{E9ADC961-7F1E-45F1-8CC0-70CB4F9899A4}" type="presParOf" srcId="{D6D068F5-90A2-4D02-A26A-CF5692305757}" destId="{4E703279-BDBD-47A1-BA66-DF6209A22C45}" srcOrd="9" destOrd="0" presId="urn:microsoft.com/office/officeart/2005/8/layout/vProcess5"/>
    <dgm:cxn modelId="{CBCE6D68-6283-4BDF-ACD4-7025B9EA9F85}" type="presParOf" srcId="{D6D068F5-90A2-4D02-A26A-CF5692305757}" destId="{D35E8A75-D414-4849-BE2F-C27EA229002C}" srcOrd="10" destOrd="0" presId="urn:microsoft.com/office/officeart/2005/8/layout/vProcess5"/>
    <dgm:cxn modelId="{7839CD24-5F03-4657-9519-C398D73A8392}" type="presParOf" srcId="{D6D068F5-90A2-4D02-A26A-CF5692305757}" destId="{2483FF95-ACBA-42C0-9E2A-A49A8765E538}" srcOrd="11" destOrd="0" presId="urn:microsoft.com/office/officeart/2005/8/layout/vProcess5"/>
    <dgm:cxn modelId="{59004D5C-4CF7-4992-A994-25F094CAEA8B}" type="presParOf" srcId="{D6D068F5-90A2-4D02-A26A-CF5692305757}" destId="{AC3344CC-2B7F-4439-8602-B9F37D5F8C66}" srcOrd="12" destOrd="0" presId="urn:microsoft.com/office/officeart/2005/8/layout/vProcess5"/>
    <dgm:cxn modelId="{0B79C311-B462-45FC-AD56-21C897496AA5}" type="presParOf" srcId="{D6D068F5-90A2-4D02-A26A-CF5692305757}" destId="{7DE43E80-C9FB-4C22-A416-8302EF624A77}" srcOrd="13" destOrd="0" presId="urn:microsoft.com/office/officeart/2005/8/layout/vProcess5"/>
    <dgm:cxn modelId="{1AA7E6DB-7E85-4C8C-AFF2-4B4EDFC75654}" type="presParOf" srcId="{D6D068F5-90A2-4D02-A26A-CF5692305757}" destId="{3CF4A63A-BCB3-4451-ADDE-A58705429A5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811A81-6B1A-41DB-AA7C-BA498B5EC027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6778A18-276C-4739-B1F7-7E16ADEF9DCE}">
      <dgm:prSet/>
      <dgm:spPr/>
      <dgm:t>
        <a:bodyPr/>
        <a:lstStyle/>
        <a:p>
          <a:r>
            <a:rPr lang="fr-FR" b="0" i="0" baseline="0"/>
            <a:t>L’utilisateur simple </a:t>
          </a:r>
          <a:r>
            <a:rPr lang="fr-FR" b="1" i="0" baseline="0"/>
            <a:t>ne voit pas</a:t>
          </a:r>
          <a:r>
            <a:rPr lang="fr-FR" b="0" i="0" baseline="0"/>
            <a:t> le menu “Authorization Bypass”</a:t>
          </a:r>
          <a:endParaRPr lang="en-US"/>
        </a:p>
      </dgm:t>
    </dgm:pt>
    <dgm:pt modelId="{47F87CBE-E1F2-4D9A-8C37-0BA6376E94CE}" type="parTrans" cxnId="{C2F17718-2EE7-44B7-B417-86B7C260320F}">
      <dgm:prSet/>
      <dgm:spPr/>
      <dgm:t>
        <a:bodyPr/>
        <a:lstStyle/>
        <a:p>
          <a:endParaRPr lang="en-US"/>
        </a:p>
      </dgm:t>
    </dgm:pt>
    <dgm:pt modelId="{778A7FD3-747E-481F-96A2-B77AFE2701DD}" type="sibTrans" cxnId="{C2F17718-2EE7-44B7-B417-86B7C260320F}">
      <dgm:prSet/>
      <dgm:spPr/>
      <dgm:t>
        <a:bodyPr/>
        <a:lstStyle/>
        <a:p>
          <a:endParaRPr lang="en-US"/>
        </a:p>
      </dgm:t>
    </dgm:pt>
    <dgm:pt modelId="{9C0C8943-0316-467F-B487-080FDC5633C8}">
      <dgm:prSet/>
      <dgm:spPr/>
      <dgm:t>
        <a:bodyPr/>
        <a:lstStyle/>
        <a:p>
          <a:r>
            <a:rPr lang="fr-FR" b="0" i="0" baseline="0"/>
            <a:t>Mais </a:t>
          </a:r>
          <a:r>
            <a:rPr lang="fr-FR" b="1" i="0" baseline="0"/>
            <a:t>en entrant l’URL manuellement</a:t>
          </a:r>
          <a:r>
            <a:rPr lang="fr-FR" b="0" i="0" baseline="0"/>
            <a:t>, il accède à la page</a:t>
          </a:r>
          <a:endParaRPr lang="en-US"/>
        </a:p>
      </dgm:t>
    </dgm:pt>
    <dgm:pt modelId="{DA9A538C-38C8-4ED6-9CFD-E8A2608BA148}" type="parTrans" cxnId="{6DBA095D-7464-4ADD-9D83-D9901015DD61}">
      <dgm:prSet/>
      <dgm:spPr/>
      <dgm:t>
        <a:bodyPr/>
        <a:lstStyle/>
        <a:p>
          <a:endParaRPr lang="en-US"/>
        </a:p>
      </dgm:t>
    </dgm:pt>
    <dgm:pt modelId="{E2AFB901-4753-408C-BC2F-279E0AE654DF}" type="sibTrans" cxnId="{6DBA095D-7464-4ADD-9D83-D9901015DD61}">
      <dgm:prSet/>
      <dgm:spPr/>
      <dgm:t>
        <a:bodyPr/>
        <a:lstStyle/>
        <a:p>
          <a:endParaRPr lang="en-US"/>
        </a:p>
      </dgm:t>
    </dgm:pt>
    <dgm:pt modelId="{78937408-C4E3-4A1F-A815-B0B9CCD30552}">
      <dgm:prSet/>
      <dgm:spPr/>
      <dgm:t>
        <a:bodyPr/>
        <a:lstStyle/>
        <a:p>
          <a:r>
            <a:rPr lang="fr-FR" b="1" i="0" baseline="0"/>
            <a:t>IDOR confirmé</a:t>
          </a:r>
          <a:endParaRPr lang="en-US"/>
        </a:p>
      </dgm:t>
    </dgm:pt>
    <dgm:pt modelId="{996CC56F-2461-46E5-87E5-55E615F533DA}" type="parTrans" cxnId="{8E65189F-799C-4A2D-A33F-32989397F928}">
      <dgm:prSet/>
      <dgm:spPr/>
      <dgm:t>
        <a:bodyPr/>
        <a:lstStyle/>
        <a:p>
          <a:endParaRPr lang="en-US"/>
        </a:p>
      </dgm:t>
    </dgm:pt>
    <dgm:pt modelId="{B8851D78-0819-4A1D-BB06-1F6FD5D58568}" type="sibTrans" cxnId="{8E65189F-799C-4A2D-A33F-32989397F928}">
      <dgm:prSet/>
      <dgm:spPr/>
      <dgm:t>
        <a:bodyPr/>
        <a:lstStyle/>
        <a:p>
          <a:endParaRPr lang="en-US"/>
        </a:p>
      </dgm:t>
    </dgm:pt>
    <dgm:pt modelId="{629C2FC7-48DD-4F2D-8464-A177F42A2121}" type="pres">
      <dgm:prSet presAssocID="{78811A81-6B1A-41DB-AA7C-BA498B5EC027}" presName="Name0" presStyleCnt="0">
        <dgm:presLayoutVars>
          <dgm:dir/>
          <dgm:animLvl val="lvl"/>
          <dgm:resizeHandles val="exact"/>
        </dgm:presLayoutVars>
      </dgm:prSet>
      <dgm:spPr/>
    </dgm:pt>
    <dgm:pt modelId="{FB339E7B-A5D3-4967-9671-84E518A76172}" type="pres">
      <dgm:prSet presAssocID="{78937408-C4E3-4A1F-A815-B0B9CCD30552}" presName="boxAndChildren" presStyleCnt="0"/>
      <dgm:spPr/>
    </dgm:pt>
    <dgm:pt modelId="{C1CA9B1D-B99E-4B7C-922C-710C38B17F2F}" type="pres">
      <dgm:prSet presAssocID="{78937408-C4E3-4A1F-A815-B0B9CCD30552}" presName="parentTextBox" presStyleLbl="node1" presStyleIdx="0" presStyleCnt="3"/>
      <dgm:spPr/>
    </dgm:pt>
    <dgm:pt modelId="{EA474DFE-14E9-48F6-AD20-69A9E00D83FE}" type="pres">
      <dgm:prSet presAssocID="{E2AFB901-4753-408C-BC2F-279E0AE654DF}" presName="sp" presStyleCnt="0"/>
      <dgm:spPr/>
    </dgm:pt>
    <dgm:pt modelId="{00495922-6774-4F39-99A3-5D8BF6638E93}" type="pres">
      <dgm:prSet presAssocID="{9C0C8943-0316-467F-B487-080FDC5633C8}" presName="arrowAndChildren" presStyleCnt="0"/>
      <dgm:spPr/>
    </dgm:pt>
    <dgm:pt modelId="{212BB1A2-E743-49BC-9AFA-8072904D2139}" type="pres">
      <dgm:prSet presAssocID="{9C0C8943-0316-467F-B487-080FDC5633C8}" presName="parentTextArrow" presStyleLbl="node1" presStyleIdx="1" presStyleCnt="3"/>
      <dgm:spPr/>
    </dgm:pt>
    <dgm:pt modelId="{76B13D5E-4B2A-46F7-9859-5E24A7D97049}" type="pres">
      <dgm:prSet presAssocID="{778A7FD3-747E-481F-96A2-B77AFE2701DD}" presName="sp" presStyleCnt="0"/>
      <dgm:spPr/>
    </dgm:pt>
    <dgm:pt modelId="{946E91B5-F089-4861-B29B-75B98370ED6A}" type="pres">
      <dgm:prSet presAssocID="{C6778A18-276C-4739-B1F7-7E16ADEF9DCE}" presName="arrowAndChildren" presStyleCnt="0"/>
      <dgm:spPr/>
    </dgm:pt>
    <dgm:pt modelId="{DC1C43AE-3F14-4AB7-9561-F787802D8439}" type="pres">
      <dgm:prSet presAssocID="{C6778A18-276C-4739-B1F7-7E16ADEF9DCE}" presName="parentTextArrow" presStyleLbl="node1" presStyleIdx="2" presStyleCnt="3"/>
      <dgm:spPr/>
    </dgm:pt>
  </dgm:ptLst>
  <dgm:cxnLst>
    <dgm:cxn modelId="{C2F17718-2EE7-44B7-B417-86B7C260320F}" srcId="{78811A81-6B1A-41DB-AA7C-BA498B5EC027}" destId="{C6778A18-276C-4739-B1F7-7E16ADEF9DCE}" srcOrd="0" destOrd="0" parTransId="{47F87CBE-E1F2-4D9A-8C37-0BA6376E94CE}" sibTransId="{778A7FD3-747E-481F-96A2-B77AFE2701DD}"/>
    <dgm:cxn modelId="{252F0338-C267-428E-ACDA-A072C05EF8F7}" type="presOf" srcId="{9C0C8943-0316-467F-B487-080FDC5633C8}" destId="{212BB1A2-E743-49BC-9AFA-8072904D2139}" srcOrd="0" destOrd="0" presId="urn:microsoft.com/office/officeart/2005/8/layout/process4"/>
    <dgm:cxn modelId="{B75A9E5C-35A0-4FF1-A92C-1DA64E580424}" type="presOf" srcId="{78937408-C4E3-4A1F-A815-B0B9CCD30552}" destId="{C1CA9B1D-B99E-4B7C-922C-710C38B17F2F}" srcOrd="0" destOrd="0" presId="urn:microsoft.com/office/officeart/2005/8/layout/process4"/>
    <dgm:cxn modelId="{6DBA095D-7464-4ADD-9D83-D9901015DD61}" srcId="{78811A81-6B1A-41DB-AA7C-BA498B5EC027}" destId="{9C0C8943-0316-467F-B487-080FDC5633C8}" srcOrd="1" destOrd="0" parTransId="{DA9A538C-38C8-4ED6-9CFD-E8A2608BA148}" sibTransId="{E2AFB901-4753-408C-BC2F-279E0AE654DF}"/>
    <dgm:cxn modelId="{AF8F6491-2DB1-4815-B0AD-CC0F1D41097F}" type="presOf" srcId="{C6778A18-276C-4739-B1F7-7E16ADEF9DCE}" destId="{DC1C43AE-3F14-4AB7-9561-F787802D8439}" srcOrd="0" destOrd="0" presId="urn:microsoft.com/office/officeart/2005/8/layout/process4"/>
    <dgm:cxn modelId="{8E65189F-799C-4A2D-A33F-32989397F928}" srcId="{78811A81-6B1A-41DB-AA7C-BA498B5EC027}" destId="{78937408-C4E3-4A1F-A815-B0B9CCD30552}" srcOrd="2" destOrd="0" parTransId="{996CC56F-2461-46E5-87E5-55E615F533DA}" sibTransId="{B8851D78-0819-4A1D-BB06-1F6FD5D58568}"/>
    <dgm:cxn modelId="{7A1CE2C2-9C56-49BC-A54D-926E30FDFBA9}" type="presOf" srcId="{78811A81-6B1A-41DB-AA7C-BA498B5EC027}" destId="{629C2FC7-48DD-4F2D-8464-A177F42A2121}" srcOrd="0" destOrd="0" presId="urn:microsoft.com/office/officeart/2005/8/layout/process4"/>
    <dgm:cxn modelId="{500A6F28-6604-4A3A-8263-C875BA6E2B1A}" type="presParOf" srcId="{629C2FC7-48DD-4F2D-8464-A177F42A2121}" destId="{FB339E7B-A5D3-4967-9671-84E518A76172}" srcOrd="0" destOrd="0" presId="urn:microsoft.com/office/officeart/2005/8/layout/process4"/>
    <dgm:cxn modelId="{55DDAD43-4B86-45D4-B756-2351F586F90D}" type="presParOf" srcId="{FB339E7B-A5D3-4967-9671-84E518A76172}" destId="{C1CA9B1D-B99E-4B7C-922C-710C38B17F2F}" srcOrd="0" destOrd="0" presId="urn:microsoft.com/office/officeart/2005/8/layout/process4"/>
    <dgm:cxn modelId="{C70D62DF-D8C6-459D-9E4C-A47EA27363A7}" type="presParOf" srcId="{629C2FC7-48DD-4F2D-8464-A177F42A2121}" destId="{EA474DFE-14E9-48F6-AD20-69A9E00D83FE}" srcOrd="1" destOrd="0" presId="urn:microsoft.com/office/officeart/2005/8/layout/process4"/>
    <dgm:cxn modelId="{DDC37A18-4957-47E5-AB7C-F44C370CFA8B}" type="presParOf" srcId="{629C2FC7-48DD-4F2D-8464-A177F42A2121}" destId="{00495922-6774-4F39-99A3-5D8BF6638E93}" srcOrd="2" destOrd="0" presId="urn:microsoft.com/office/officeart/2005/8/layout/process4"/>
    <dgm:cxn modelId="{60D4C80C-4020-4AEE-950E-44A05EEF2C41}" type="presParOf" srcId="{00495922-6774-4F39-99A3-5D8BF6638E93}" destId="{212BB1A2-E743-49BC-9AFA-8072904D2139}" srcOrd="0" destOrd="0" presId="urn:microsoft.com/office/officeart/2005/8/layout/process4"/>
    <dgm:cxn modelId="{8133F032-6DF0-45E9-9E1A-4ED95C27F89F}" type="presParOf" srcId="{629C2FC7-48DD-4F2D-8464-A177F42A2121}" destId="{76B13D5E-4B2A-46F7-9859-5E24A7D97049}" srcOrd="3" destOrd="0" presId="urn:microsoft.com/office/officeart/2005/8/layout/process4"/>
    <dgm:cxn modelId="{67DDF630-09D6-4D93-8E24-89BCBA08417A}" type="presParOf" srcId="{629C2FC7-48DD-4F2D-8464-A177F42A2121}" destId="{946E91B5-F089-4861-B29B-75B98370ED6A}" srcOrd="4" destOrd="0" presId="urn:microsoft.com/office/officeart/2005/8/layout/process4"/>
    <dgm:cxn modelId="{D5BCEAF5-162A-4BB7-9122-4F838F022F6F}" type="presParOf" srcId="{946E91B5-F089-4861-B29B-75B98370ED6A}" destId="{DC1C43AE-3F14-4AB7-9561-F787802D843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10A67E-E8E6-41C0-B8C5-6C5CE7A1E41B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2E4C187-9EEC-4851-A6BC-97BB5C3B52E9}">
      <dgm:prSet/>
      <dgm:spPr/>
      <dgm:t>
        <a:bodyPr/>
        <a:lstStyle/>
        <a:p>
          <a:r>
            <a:rPr lang="fr-FR"/>
            <a:t>SQL corrigé</a:t>
          </a:r>
          <a:endParaRPr lang="en-US"/>
        </a:p>
      </dgm:t>
    </dgm:pt>
    <dgm:pt modelId="{CC68370F-DD1A-413E-A38E-52631A058991}" type="parTrans" cxnId="{9EFB2A2A-C6F7-4FE3-9485-70CB9F9E6582}">
      <dgm:prSet/>
      <dgm:spPr/>
      <dgm:t>
        <a:bodyPr/>
        <a:lstStyle/>
        <a:p>
          <a:endParaRPr lang="en-US"/>
        </a:p>
      </dgm:t>
    </dgm:pt>
    <dgm:pt modelId="{05053751-6BD5-46CB-BDA9-809CF21340BA}" type="sibTrans" cxnId="{9EFB2A2A-C6F7-4FE3-9485-70CB9F9E6582}">
      <dgm:prSet/>
      <dgm:spPr/>
      <dgm:t>
        <a:bodyPr/>
        <a:lstStyle/>
        <a:p>
          <a:endParaRPr lang="en-US"/>
        </a:p>
      </dgm:t>
    </dgm:pt>
    <dgm:pt modelId="{92C92C55-1D27-41D6-BDAC-0D715EE9C529}">
      <dgm:prSet/>
      <dgm:spPr/>
      <dgm:t>
        <a:bodyPr/>
        <a:lstStyle/>
        <a:p>
          <a:r>
            <a:rPr lang="fr-FR"/>
            <a:t>XSS corrigé</a:t>
          </a:r>
          <a:endParaRPr lang="en-US"/>
        </a:p>
      </dgm:t>
    </dgm:pt>
    <dgm:pt modelId="{D4F4E7FE-00BB-4A69-8B42-BC2541E46B0D}" type="parTrans" cxnId="{C4F20B5C-7BF4-46D3-A8B8-3D8C46D83C4F}">
      <dgm:prSet/>
      <dgm:spPr/>
      <dgm:t>
        <a:bodyPr/>
        <a:lstStyle/>
        <a:p>
          <a:endParaRPr lang="en-US"/>
        </a:p>
      </dgm:t>
    </dgm:pt>
    <dgm:pt modelId="{C05CE7B3-A41D-4839-BC8A-4F0DDFCD3E84}" type="sibTrans" cxnId="{C4F20B5C-7BF4-46D3-A8B8-3D8C46D83C4F}">
      <dgm:prSet/>
      <dgm:spPr/>
      <dgm:t>
        <a:bodyPr/>
        <a:lstStyle/>
        <a:p>
          <a:endParaRPr lang="en-US"/>
        </a:p>
      </dgm:t>
    </dgm:pt>
    <dgm:pt modelId="{6C1B812D-F09A-4410-AD84-03FAECD38414}">
      <dgm:prSet/>
      <dgm:spPr/>
      <dgm:t>
        <a:bodyPr/>
        <a:lstStyle/>
        <a:p>
          <a:r>
            <a:rPr lang="fr-FR" dirty="0"/>
            <a:t>Header Ajoutés</a:t>
          </a:r>
          <a:endParaRPr lang="en-US" dirty="0"/>
        </a:p>
      </dgm:t>
    </dgm:pt>
    <dgm:pt modelId="{6F5FDB33-652D-4AC9-84D3-B4F7093FB96D}" type="parTrans" cxnId="{EB0DA764-A72E-48ED-9C92-9AC0EAB5016D}">
      <dgm:prSet/>
      <dgm:spPr/>
      <dgm:t>
        <a:bodyPr/>
        <a:lstStyle/>
        <a:p>
          <a:endParaRPr lang="en-US"/>
        </a:p>
      </dgm:t>
    </dgm:pt>
    <dgm:pt modelId="{37848823-5E0B-45C2-8A96-930B0B03F8FA}" type="sibTrans" cxnId="{EB0DA764-A72E-48ED-9C92-9AC0EAB5016D}">
      <dgm:prSet/>
      <dgm:spPr/>
      <dgm:t>
        <a:bodyPr/>
        <a:lstStyle/>
        <a:p>
          <a:endParaRPr lang="en-US"/>
        </a:p>
      </dgm:t>
    </dgm:pt>
    <dgm:pt modelId="{6FD2445A-0BFE-4E65-B845-306D2EC4E194}">
      <dgm:prSet/>
      <dgm:spPr/>
      <dgm:t>
        <a:bodyPr/>
        <a:lstStyle/>
        <a:p>
          <a:r>
            <a:rPr lang="fr-FR"/>
            <a:t>Application robuste</a:t>
          </a:r>
          <a:endParaRPr lang="en-US"/>
        </a:p>
      </dgm:t>
    </dgm:pt>
    <dgm:pt modelId="{A4684977-BAC2-4876-841C-A3F0D4938A8A}" type="parTrans" cxnId="{1455E2B5-43FD-4626-8FF7-36DF5168124B}">
      <dgm:prSet/>
      <dgm:spPr/>
      <dgm:t>
        <a:bodyPr/>
        <a:lstStyle/>
        <a:p>
          <a:endParaRPr lang="en-US"/>
        </a:p>
      </dgm:t>
    </dgm:pt>
    <dgm:pt modelId="{38C8B503-1420-40F4-B52B-15899B75AE90}" type="sibTrans" cxnId="{1455E2B5-43FD-4626-8FF7-36DF5168124B}">
      <dgm:prSet/>
      <dgm:spPr/>
      <dgm:t>
        <a:bodyPr/>
        <a:lstStyle/>
        <a:p>
          <a:endParaRPr lang="en-US"/>
        </a:p>
      </dgm:t>
    </dgm:pt>
    <dgm:pt modelId="{D56DCB2F-DF19-444F-A501-F6997BC9E3BD}" type="pres">
      <dgm:prSet presAssocID="{B310A67E-E8E6-41C0-B8C5-6C5CE7A1E41B}" presName="linear" presStyleCnt="0">
        <dgm:presLayoutVars>
          <dgm:dir/>
          <dgm:animLvl val="lvl"/>
          <dgm:resizeHandles val="exact"/>
        </dgm:presLayoutVars>
      </dgm:prSet>
      <dgm:spPr/>
    </dgm:pt>
    <dgm:pt modelId="{75050E54-0ADA-4353-85D6-637E3C0181A6}" type="pres">
      <dgm:prSet presAssocID="{82E4C187-9EEC-4851-A6BC-97BB5C3B52E9}" presName="parentLin" presStyleCnt="0"/>
      <dgm:spPr/>
    </dgm:pt>
    <dgm:pt modelId="{40D4723C-7E9E-4AC9-9E95-D88DD9514CBB}" type="pres">
      <dgm:prSet presAssocID="{82E4C187-9EEC-4851-A6BC-97BB5C3B52E9}" presName="parentLeftMargin" presStyleLbl="node1" presStyleIdx="0" presStyleCnt="4"/>
      <dgm:spPr/>
    </dgm:pt>
    <dgm:pt modelId="{782409AD-D06E-436D-B3F3-D5013025F8F9}" type="pres">
      <dgm:prSet presAssocID="{82E4C187-9EEC-4851-A6BC-97BB5C3B52E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9835192-A41D-42A7-8905-41120D2ED5B4}" type="pres">
      <dgm:prSet presAssocID="{82E4C187-9EEC-4851-A6BC-97BB5C3B52E9}" presName="negativeSpace" presStyleCnt="0"/>
      <dgm:spPr/>
    </dgm:pt>
    <dgm:pt modelId="{FA7E7C97-D509-4329-A608-5E59F10DD5EA}" type="pres">
      <dgm:prSet presAssocID="{82E4C187-9EEC-4851-A6BC-97BB5C3B52E9}" presName="childText" presStyleLbl="conFgAcc1" presStyleIdx="0" presStyleCnt="4">
        <dgm:presLayoutVars>
          <dgm:bulletEnabled val="1"/>
        </dgm:presLayoutVars>
      </dgm:prSet>
      <dgm:spPr/>
    </dgm:pt>
    <dgm:pt modelId="{FE21D7E8-24E0-40CC-B761-0BFC1BADB945}" type="pres">
      <dgm:prSet presAssocID="{05053751-6BD5-46CB-BDA9-809CF21340BA}" presName="spaceBetweenRectangles" presStyleCnt="0"/>
      <dgm:spPr/>
    </dgm:pt>
    <dgm:pt modelId="{7C78039C-A549-4749-B4B0-C9C86D5C4F33}" type="pres">
      <dgm:prSet presAssocID="{92C92C55-1D27-41D6-BDAC-0D715EE9C529}" presName="parentLin" presStyleCnt="0"/>
      <dgm:spPr/>
    </dgm:pt>
    <dgm:pt modelId="{5B053F52-F477-478A-9A30-1DD215063DE9}" type="pres">
      <dgm:prSet presAssocID="{92C92C55-1D27-41D6-BDAC-0D715EE9C529}" presName="parentLeftMargin" presStyleLbl="node1" presStyleIdx="0" presStyleCnt="4"/>
      <dgm:spPr/>
    </dgm:pt>
    <dgm:pt modelId="{AD04CAFD-5CBE-4D8A-A05A-7D92CBDFC119}" type="pres">
      <dgm:prSet presAssocID="{92C92C55-1D27-41D6-BDAC-0D715EE9C52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5F52372-EA5A-4BC5-A35A-48FF83C7226B}" type="pres">
      <dgm:prSet presAssocID="{92C92C55-1D27-41D6-BDAC-0D715EE9C529}" presName="negativeSpace" presStyleCnt="0"/>
      <dgm:spPr/>
    </dgm:pt>
    <dgm:pt modelId="{9F951021-2266-49DF-B0DE-79A3B3C18D35}" type="pres">
      <dgm:prSet presAssocID="{92C92C55-1D27-41D6-BDAC-0D715EE9C529}" presName="childText" presStyleLbl="conFgAcc1" presStyleIdx="1" presStyleCnt="4">
        <dgm:presLayoutVars>
          <dgm:bulletEnabled val="1"/>
        </dgm:presLayoutVars>
      </dgm:prSet>
      <dgm:spPr/>
    </dgm:pt>
    <dgm:pt modelId="{E12E123A-FA77-4541-95EF-5DBFC315CA04}" type="pres">
      <dgm:prSet presAssocID="{C05CE7B3-A41D-4839-BC8A-4F0DDFCD3E84}" presName="spaceBetweenRectangles" presStyleCnt="0"/>
      <dgm:spPr/>
    </dgm:pt>
    <dgm:pt modelId="{EFA17BB7-67A8-4651-93FC-BF603CA51842}" type="pres">
      <dgm:prSet presAssocID="{6C1B812D-F09A-4410-AD84-03FAECD38414}" presName="parentLin" presStyleCnt="0"/>
      <dgm:spPr/>
    </dgm:pt>
    <dgm:pt modelId="{190105AD-46A6-4FA0-8EC4-86F9175D1C86}" type="pres">
      <dgm:prSet presAssocID="{6C1B812D-F09A-4410-AD84-03FAECD38414}" presName="parentLeftMargin" presStyleLbl="node1" presStyleIdx="1" presStyleCnt="4"/>
      <dgm:spPr/>
    </dgm:pt>
    <dgm:pt modelId="{5BFBFFAC-E494-4F1B-9EDD-09622F193872}" type="pres">
      <dgm:prSet presAssocID="{6C1B812D-F09A-4410-AD84-03FAECD3841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0121084-AA54-41CE-886E-06494A60BB56}" type="pres">
      <dgm:prSet presAssocID="{6C1B812D-F09A-4410-AD84-03FAECD38414}" presName="negativeSpace" presStyleCnt="0"/>
      <dgm:spPr/>
    </dgm:pt>
    <dgm:pt modelId="{051EFF0B-A952-4E3A-B290-CAEFEE053B04}" type="pres">
      <dgm:prSet presAssocID="{6C1B812D-F09A-4410-AD84-03FAECD38414}" presName="childText" presStyleLbl="conFgAcc1" presStyleIdx="2" presStyleCnt="4">
        <dgm:presLayoutVars>
          <dgm:bulletEnabled val="1"/>
        </dgm:presLayoutVars>
      </dgm:prSet>
      <dgm:spPr/>
    </dgm:pt>
    <dgm:pt modelId="{7AF01B30-966E-43C1-AF7A-50799959C0AD}" type="pres">
      <dgm:prSet presAssocID="{37848823-5E0B-45C2-8A96-930B0B03F8FA}" presName="spaceBetweenRectangles" presStyleCnt="0"/>
      <dgm:spPr/>
    </dgm:pt>
    <dgm:pt modelId="{4DA90F17-2B33-4A5B-A548-9EC42D3AA28C}" type="pres">
      <dgm:prSet presAssocID="{6FD2445A-0BFE-4E65-B845-306D2EC4E194}" presName="parentLin" presStyleCnt="0"/>
      <dgm:spPr/>
    </dgm:pt>
    <dgm:pt modelId="{22AB3073-FE52-4D75-9A47-0794DF3F0D5F}" type="pres">
      <dgm:prSet presAssocID="{6FD2445A-0BFE-4E65-B845-306D2EC4E194}" presName="parentLeftMargin" presStyleLbl="node1" presStyleIdx="2" presStyleCnt="4"/>
      <dgm:spPr/>
    </dgm:pt>
    <dgm:pt modelId="{CE7AC7AE-909D-474F-B5BD-5043640BC6E0}" type="pres">
      <dgm:prSet presAssocID="{6FD2445A-0BFE-4E65-B845-306D2EC4E19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F8535A7-E045-470C-8280-38B8FDD744D0}" type="pres">
      <dgm:prSet presAssocID="{6FD2445A-0BFE-4E65-B845-306D2EC4E194}" presName="negativeSpace" presStyleCnt="0"/>
      <dgm:spPr/>
    </dgm:pt>
    <dgm:pt modelId="{AF2BA305-FDB4-4A03-9F59-F066E39AB716}" type="pres">
      <dgm:prSet presAssocID="{6FD2445A-0BFE-4E65-B845-306D2EC4E19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A72A80E-9E49-4795-8BEF-59BD80E29D8D}" type="presOf" srcId="{B310A67E-E8E6-41C0-B8C5-6C5CE7A1E41B}" destId="{D56DCB2F-DF19-444F-A501-F6997BC9E3BD}" srcOrd="0" destOrd="0" presId="urn:microsoft.com/office/officeart/2005/8/layout/list1"/>
    <dgm:cxn modelId="{389E0C19-3E74-473E-B43D-BFDCE10EFD49}" type="presOf" srcId="{92C92C55-1D27-41D6-BDAC-0D715EE9C529}" destId="{5B053F52-F477-478A-9A30-1DD215063DE9}" srcOrd="0" destOrd="0" presId="urn:microsoft.com/office/officeart/2005/8/layout/list1"/>
    <dgm:cxn modelId="{0C555319-C15D-4726-8AB5-70C9C37BDB10}" type="presOf" srcId="{6C1B812D-F09A-4410-AD84-03FAECD38414}" destId="{190105AD-46A6-4FA0-8EC4-86F9175D1C86}" srcOrd="0" destOrd="0" presId="urn:microsoft.com/office/officeart/2005/8/layout/list1"/>
    <dgm:cxn modelId="{DF943C28-0F92-471C-B61C-E738DB3BDE4F}" type="presOf" srcId="{6C1B812D-F09A-4410-AD84-03FAECD38414}" destId="{5BFBFFAC-E494-4F1B-9EDD-09622F193872}" srcOrd="1" destOrd="0" presId="urn:microsoft.com/office/officeart/2005/8/layout/list1"/>
    <dgm:cxn modelId="{9EFB2A2A-C6F7-4FE3-9485-70CB9F9E6582}" srcId="{B310A67E-E8E6-41C0-B8C5-6C5CE7A1E41B}" destId="{82E4C187-9EEC-4851-A6BC-97BB5C3B52E9}" srcOrd="0" destOrd="0" parTransId="{CC68370F-DD1A-413E-A38E-52631A058991}" sibTransId="{05053751-6BD5-46CB-BDA9-809CF21340BA}"/>
    <dgm:cxn modelId="{F4FDBB31-1199-4E00-95E5-0523153DD1A2}" type="presOf" srcId="{82E4C187-9EEC-4851-A6BC-97BB5C3B52E9}" destId="{40D4723C-7E9E-4AC9-9E95-D88DD9514CBB}" srcOrd="0" destOrd="0" presId="urn:microsoft.com/office/officeart/2005/8/layout/list1"/>
    <dgm:cxn modelId="{C6B2E13F-010A-4200-8398-18E7162683E5}" type="presOf" srcId="{6FD2445A-0BFE-4E65-B845-306D2EC4E194}" destId="{CE7AC7AE-909D-474F-B5BD-5043640BC6E0}" srcOrd="1" destOrd="0" presId="urn:microsoft.com/office/officeart/2005/8/layout/list1"/>
    <dgm:cxn modelId="{C4F20B5C-7BF4-46D3-A8B8-3D8C46D83C4F}" srcId="{B310A67E-E8E6-41C0-B8C5-6C5CE7A1E41B}" destId="{92C92C55-1D27-41D6-BDAC-0D715EE9C529}" srcOrd="1" destOrd="0" parTransId="{D4F4E7FE-00BB-4A69-8B42-BC2541E46B0D}" sibTransId="{C05CE7B3-A41D-4839-BC8A-4F0DDFCD3E84}"/>
    <dgm:cxn modelId="{EB0DA764-A72E-48ED-9C92-9AC0EAB5016D}" srcId="{B310A67E-E8E6-41C0-B8C5-6C5CE7A1E41B}" destId="{6C1B812D-F09A-4410-AD84-03FAECD38414}" srcOrd="2" destOrd="0" parTransId="{6F5FDB33-652D-4AC9-84D3-B4F7093FB96D}" sibTransId="{37848823-5E0B-45C2-8A96-930B0B03F8FA}"/>
    <dgm:cxn modelId="{7C1B566C-B499-471C-B27C-27E6872474BE}" type="presOf" srcId="{92C92C55-1D27-41D6-BDAC-0D715EE9C529}" destId="{AD04CAFD-5CBE-4D8A-A05A-7D92CBDFC119}" srcOrd="1" destOrd="0" presId="urn:microsoft.com/office/officeart/2005/8/layout/list1"/>
    <dgm:cxn modelId="{6B6B0D9D-1623-49BD-B95D-3E94A126D8B9}" type="presOf" srcId="{6FD2445A-0BFE-4E65-B845-306D2EC4E194}" destId="{22AB3073-FE52-4D75-9A47-0794DF3F0D5F}" srcOrd="0" destOrd="0" presId="urn:microsoft.com/office/officeart/2005/8/layout/list1"/>
    <dgm:cxn modelId="{1455E2B5-43FD-4626-8FF7-36DF5168124B}" srcId="{B310A67E-E8E6-41C0-B8C5-6C5CE7A1E41B}" destId="{6FD2445A-0BFE-4E65-B845-306D2EC4E194}" srcOrd="3" destOrd="0" parTransId="{A4684977-BAC2-4876-841C-A3F0D4938A8A}" sibTransId="{38C8B503-1420-40F4-B52B-15899B75AE90}"/>
    <dgm:cxn modelId="{1078BBBA-3DA6-4BF6-9904-CF2A8BAE0593}" type="presOf" srcId="{82E4C187-9EEC-4851-A6BC-97BB5C3B52E9}" destId="{782409AD-D06E-436D-B3F3-D5013025F8F9}" srcOrd="1" destOrd="0" presId="urn:microsoft.com/office/officeart/2005/8/layout/list1"/>
    <dgm:cxn modelId="{FF12CC8F-97E8-4C55-B021-A3CDCBE4311C}" type="presParOf" srcId="{D56DCB2F-DF19-444F-A501-F6997BC9E3BD}" destId="{75050E54-0ADA-4353-85D6-637E3C0181A6}" srcOrd="0" destOrd="0" presId="urn:microsoft.com/office/officeart/2005/8/layout/list1"/>
    <dgm:cxn modelId="{291F8889-292D-4045-8DEC-9760862E414B}" type="presParOf" srcId="{75050E54-0ADA-4353-85D6-637E3C0181A6}" destId="{40D4723C-7E9E-4AC9-9E95-D88DD9514CBB}" srcOrd="0" destOrd="0" presId="urn:microsoft.com/office/officeart/2005/8/layout/list1"/>
    <dgm:cxn modelId="{B7BC3103-C5ED-44C3-8474-E6AA896E2578}" type="presParOf" srcId="{75050E54-0ADA-4353-85D6-637E3C0181A6}" destId="{782409AD-D06E-436D-B3F3-D5013025F8F9}" srcOrd="1" destOrd="0" presId="urn:microsoft.com/office/officeart/2005/8/layout/list1"/>
    <dgm:cxn modelId="{8198F537-A3B4-4FA2-A150-C19A289815E8}" type="presParOf" srcId="{D56DCB2F-DF19-444F-A501-F6997BC9E3BD}" destId="{F9835192-A41D-42A7-8905-41120D2ED5B4}" srcOrd="1" destOrd="0" presId="urn:microsoft.com/office/officeart/2005/8/layout/list1"/>
    <dgm:cxn modelId="{B7796725-2D57-42BB-9440-DF212FB55ED7}" type="presParOf" srcId="{D56DCB2F-DF19-444F-A501-F6997BC9E3BD}" destId="{FA7E7C97-D509-4329-A608-5E59F10DD5EA}" srcOrd="2" destOrd="0" presId="urn:microsoft.com/office/officeart/2005/8/layout/list1"/>
    <dgm:cxn modelId="{79ACC9FD-FE47-45C1-A032-6FAE539AD941}" type="presParOf" srcId="{D56DCB2F-DF19-444F-A501-F6997BC9E3BD}" destId="{FE21D7E8-24E0-40CC-B761-0BFC1BADB945}" srcOrd="3" destOrd="0" presId="urn:microsoft.com/office/officeart/2005/8/layout/list1"/>
    <dgm:cxn modelId="{494ABCE5-D6B9-4817-AEC4-3A5723781A3C}" type="presParOf" srcId="{D56DCB2F-DF19-444F-A501-F6997BC9E3BD}" destId="{7C78039C-A549-4749-B4B0-C9C86D5C4F33}" srcOrd="4" destOrd="0" presId="urn:microsoft.com/office/officeart/2005/8/layout/list1"/>
    <dgm:cxn modelId="{0211BD27-83B1-4C71-B21C-8C770B88BEC7}" type="presParOf" srcId="{7C78039C-A549-4749-B4B0-C9C86D5C4F33}" destId="{5B053F52-F477-478A-9A30-1DD215063DE9}" srcOrd="0" destOrd="0" presId="urn:microsoft.com/office/officeart/2005/8/layout/list1"/>
    <dgm:cxn modelId="{7402A59B-43A5-46B5-908E-AF2BCAD4896B}" type="presParOf" srcId="{7C78039C-A549-4749-B4B0-C9C86D5C4F33}" destId="{AD04CAFD-5CBE-4D8A-A05A-7D92CBDFC119}" srcOrd="1" destOrd="0" presId="urn:microsoft.com/office/officeart/2005/8/layout/list1"/>
    <dgm:cxn modelId="{B3E8C2EA-CE97-45C3-B806-74E8AC85282F}" type="presParOf" srcId="{D56DCB2F-DF19-444F-A501-F6997BC9E3BD}" destId="{45F52372-EA5A-4BC5-A35A-48FF83C7226B}" srcOrd="5" destOrd="0" presId="urn:microsoft.com/office/officeart/2005/8/layout/list1"/>
    <dgm:cxn modelId="{3CC0C7C6-A22C-427B-AB92-D891EDC2E282}" type="presParOf" srcId="{D56DCB2F-DF19-444F-A501-F6997BC9E3BD}" destId="{9F951021-2266-49DF-B0DE-79A3B3C18D35}" srcOrd="6" destOrd="0" presId="urn:microsoft.com/office/officeart/2005/8/layout/list1"/>
    <dgm:cxn modelId="{B99500D1-886C-4ADF-B3F7-8EE6B6E5BD14}" type="presParOf" srcId="{D56DCB2F-DF19-444F-A501-F6997BC9E3BD}" destId="{E12E123A-FA77-4541-95EF-5DBFC315CA04}" srcOrd="7" destOrd="0" presId="urn:microsoft.com/office/officeart/2005/8/layout/list1"/>
    <dgm:cxn modelId="{FD6D4820-528A-4AF6-9EEE-3E6EFAC216E1}" type="presParOf" srcId="{D56DCB2F-DF19-444F-A501-F6997BC9E3BD}" destId="{EFA17BB7-67A8-4651-93FC-BF603CA51842}" srcOrd="8" destOrd="0" presId="urn:microsoft.com/office/officeart/2005/8/layout/list1"/>
    <dgm:cxn modelId="{6C4894A7-D3DB-4AB4-9008-01807E7D43BF}" type="presParOf" srcId="{EFA17BB7-67A8-4651-93FC-BF603CA51842}" destId="{190105AD-46A6-4FA0-8EC4-86F9175D1C86}" srcOrd="0" destOrd="0" presId="urn:microsoft.com/office/officeart/2005/8/layout/list1"/>
    <dgm:cxn modelId="{A45524CD-1F9A-434A-9EFC-C6C4E335EBA2}" type="presParOf" srcId="{EFA17BB7-67A8-4651-93FC-BF603CA51842}" destId="{5BFBFFAC-E494-4F1B-9EDD-09622F193872}" srcOrd="1" destOrd="0" presId="urn:microsoft.com/office/officeart/2005/8/layout/list1"/>
    <dgm:cxn modelId="{5ABAB4FE-FF63-4597-BF7A-186808A6BB0F}" type="presParOf" srcId="{D56DCB2F-DF19-444F-A501-F6997BC9E3BD}" destId="{80121084-AA54-41CE-886E-06494A60BB56}" srcOrd="9" destOrd="0" presId="urn:microsoft.com/office/officeart/2005/8/layout/list1"/>
    <dgm:cxn modelId="{DF158700-2775-4A04-848C-84AA9DB9BF6E}" type="presParOf" srcId="{D56DCB2F-DF19-444F-A501-F6997BC9E3BD}" destId="{051EFF0B-A952-4E3A-B290-CAEFEE053B04}" srcOrd="10" destOrd="0" presId="urn:microsoft.com/office/officeart/2005/8/layout/list1"/>
    <dgm:cxn modelId="{020C12DD-DC06-4EEB-A780-7321478451C7}" type="presParOf" srcId="{D56DCB2F-DF19-444F-A501-F6997BC9E3BD}" destId="{7AF01B30-966E-43C1-AF7A-50799959C0AD}" srcOrd="11" destOrd="0" presId="urn:microsoft.com/office/officeart/2005/8/layout/list1"/>
    <dgm:cxn modelId="{00716D7C-85C1-43A3-B2C4-971BA46E1418}" type="presParOf" srcId="{D56DCB2F-DF19-444F-A501-F6997BC9E3BD}" destId="{4DA90F17-2B33-4A5B-A548-9EC42D3AA28C}" srcOrd="12" destOrd="0" presId="urn:microsoft.com/office/officeart/2005/8/layout/list1"/>
    <dgm:cxn modelId="{4F6A1426-BCE8-40C1-933F-534DF5D70A9A}" type="presParOf" srcId="{4DA90F17-2B33-4A5B-A548-9EC42D3AA28C}" destId="{22AB3073-FE52-4D75-9A47-0794DF3F0D5F}" srcOrd="0" destOrd="0" presId="urn:microsoft.com/office/officeart/2005/8/layout/list1"/>
    <dgm:cxn modelId="{FBE78E6E-3137-43E4-880B-47C4CA26A4E8}" type="presParOf" srcId="{4DA90F17-2B33-4A5B-A548-9EC42D3AA28C}" destId="{CE7AC7AE-909D-474F-B5BD-5043640BC6E0}" srcOrd="1" destOrd="0" presId="urn:microsoft.com/office/officeart/2005/8/layout/list1"/>
    <dgm:cxn modelId="{6C24450D-9280-4F99-BC0F-A92DD695BF9D}" type="presParOf" srcId="{D56DCB2F-DF19-444F-A501-F6997BC9E3BD}" destId="{1F8535A7-E045-470C-8280-38B8FDD744D0}" srcOrd="13" destOrd="0" presId="urn:microsoft.com/office/officeart/2005/8/layout/list1"/>
    <dgm:cxn modelId="{76A10F21-9075-4C97-B6E5-F5DEAF091AE9}" type="presParOf" srcId="{D56DCB2F-DF19-444F-A501-F6997BC9E3BD}" destId="{AF2BA305-FDB4-4A03-9F59-F066E39AB71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CBB2E29-92F5-4B21-B4D9-1FBE7E5A61A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F0E2F5E-F238-445E-95D9-78C328E8DCA9}">
      <dgm:prSet/>
      <dgm:spPr/>
      <dgm:t>
        <a:bodyPr/>
        <a:lstStyle/>
        <a:p>
          <a:r>
            <a:rPr lang="fr-FR"/>
            <a:t>Sécurisation du système Linux</a:t>
          </a:r>
          <a:endParaRPr lang="en-US"/>
        </a:p>
      </dgm:t>
    </dgm:pt>
    <dgm:pt modelId="{C06B28D5-5197-44B0-AEDB-DA521D66FFAA}" type="parTrans" cxnId="{A19469C8-326F-4B57-87B8-9D06190B0857}">
      <dgm:prSet/>
      <dgm:spPr/>
      <dgm:t>
        <a:bodyPr/>
        <a:lstStyle/>
        <a:p>
          <a:endParaRPr lang="en-US"/>
        </a:p>
      </dgm:t>
    </dgm:pt>
    <dgm:pt modelId="{1BC8CC91-68AE-4550-9319-FE733BFD2154}" type="sibTrans" cxnId="{A19469C8-326F-4B57-87B8-9D06190B0857}">
      <dgm:prSet/>
      <dgm:spPr/>
      <dgm:t>
        <a:bodyPr/>
        <a:lstStyle/>
        <a:p>
          <a:endParaRPr lang="en-US"/>
        </a:p>
      </dgm:t>
    </dgm:pt>
    <dgm:pt modelId="{4C1347A4-B497-4999-AC3B-600BD4D4ED0E}">
      <dgm:prSet/>
      <dgm:spPr/>
      <dgm:t>
        <a:bodyPr/>
        <a:lstStyle/>
        <a:p>
          <a:r>
            <a:rPr lang="fr-FR"/>
            <a:t>Objectif: réduire la surface d’attaque</a:t>
          </a:r>
          <a:endParaRPr lang="en-US"/>
        </a:p>
      </dgm:t>
    </dgm:pt>
    <dgm:pt modelId="{2FF4BA6D-E967-4577-89AE-264AABB135C5}" type="parTrans" cxnId="{D43A909F-CAD7-434B-AB3B-9A50D259A733}">
      <dgm:prSet/>
      <dgm:spPr/>
      <dgm:t>
        <a:bodyPr/>
        <a:lstStyle/>
        <a:p>
          <a:endParaRPr lang="en-US"/>
        </a:p>
      </dgm:t>
    </dgm:pt>
    <dgm:pt modelId="{7BF8A2B8-7643-4491-90B1-0BD10CE126D6}" type="sibTrans" cxnId="{D43A909F-CAD7-434B-AB3B-9A50D259A733}">
      <dgm:prSet/>
      <dgm:spPr/>
      <dgm:t>
        <a:bodyPr/>
        <a:lstStyle/>
        <a:p>
          <a:endParaRPr lang="en-US"/>
        </a:p>
      </dgm:t>
    </dgm:pt>
    <dgm:pt modelId="{BBD6B465-0A53-4954-89F7-306274C53BF0}" type="pres">
      <dgm:prSet presAssocID="{3CBB2E29-92F5-4B21-B4D9-1FBE7E5A61A7}" presName="root" presStyleCnt="0">
        <dgm:presLayoutVars>
          <dgm:dir/>
          <dgm:resizeHandles val="exact"/>
        </dgm:presLayoutVars>
      </dgm:prSet>
      <dgm:spPr/>
    </dgm:pt>
    <dgm:pt modelId="{8BE0DE9A-4C83-4DD1-AA89-B7F412DF5517}" type="pres">
      <dgm:prSet presAssocID="{4F0E2F5E-F238-445E-95D9-78C328E8DCA9}" presName="compNode" presStyleCnt="0"/>
      <dgm:spPr/>
    </dgm:pt>
    <dgm:pt modelId="{953A9B0F-7F6F-4D1A-8164-0796A3431E9B}" type="pres">
      <dgm:prSet presAssocID="{4F0E2F5E-F238-445E-95D9-78C328E8DCA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"/>
        </a:ext>
      </dgm:extLst>
    </dgm:pt>
    <dgm:pt modelId="{D6233FC2-847A-4ED4-A768-AB57BEFAE1F0}" type="pres">
      <dgm:prSet presAssocID="{4F0E2F5E-F238-445E-95D9-78C328E8DCA9}" presName="spaceRect" presStyleCnt="0"/>
      <dgm:spPr/>
    </dgm:pt>
    <dgm:pt modelId="{056F1405-C11A-4BCD-A378-6CCA828A2891}" type="pres">
      <dgm:prSet presAssocID="{4F0E2F5E-F238-445E-95D9-78C328E8DCA9}" presName="textRect" presStyleLbl="revTx" presStyleIdx="0" presStyleCnt="2">
        <dgm:presLayoutVars>
          <dgm:chMax val="1"/>
          <dgm:chPref val="1"/>
        </dgm:presLayoutVars>
      </dgm:prSet>
      <dgm:spPr/>
    </dgm:pt>
    <dgm:pt modelId="{1A969FE6-8474-430B-AF6C-313227D94278}" type="pres">
      <dgm:prSet presAssocID="{1BC8CC91-68AE-4550-9319-FE733BFD2154}" presName="sibTrans" presStyleCnt="0"/>
      <dgm:spPr/>
    </dgm:pt>
    <dgm:pt modelId="{C32B7984-E48C-4BFB-9C85-FBDEE13DB73F}" type="pres">
      <dgm:prSet presAssocID="{4C1347A4-B497-4999-AC3B-600BD4D4ED0E}" presName="compNode" presStyleCnt="0"/>
      <dgm:spPr/>
    </dgm:pt>
    <dgm:pt modelId="{A090CA19-A783-408A-B05B-974F2FE12CA1}" type="pres">
      <dgm:prSet presAssocID="{4C1347A4-B497-4999-AC3B-600BD4D4ED0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9DD1C256-2EBF-477F-A7C4-84C98354E9D4}" type="pres">
      <dgm:prSet presAssocID="{4C1347A4-B497-4999-AC3B-600BD4D4ED0E}" presName="spaceRect" presStyleCnt="0"/>
      <dgm:spPr/>
    </dgm:pt>
    <dgm:pt modelId="{9F95469A-5CBC-47AE-B706-B37A1A783A0C}" type="pres">
      <dgm:prSet presAssocID="{4C1347A4-B497-4999-AC3B-600BD4D4ED0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1850B73-504B-49B1-8131-B8BF1A618C01}" type="presOf" srcId="{3CBB2E29-92F5-4B21-B4D9-1FBE7E5A61A7}" destId="{BBD6B465-0A53-4954-89F7-306274C53BF0}" srcOrd="0" destOrd="0" presId="urn:microsoft.com/office/officeart/2018/2/layout/IconLabelList"/>
    <dgm:cxn modelId="{D43A909F-CAD7-434B-AB3B-9A50D259A733}" srcId="{3CBB2E29-92F5-4B21-B4D9-1FBE7E5A61A7}" destId="{4C1347A4-B497-4999-AC3B-600BD4D4ED0E}" srcOrd="1" destOrd="0" parTransId="{2FF4BA6D-E967-4577-89AE-264AABB135C5}" sibTransId="{7BF8A2B8-7643-4491-90B1-0BD10CE126D6}"/>
    <dgm:cxn modelId="{A19469C8-326F-4B57-87B8-9D06190B0857}" srcId="{3CBB2E29-92F5-4B21-B4D9-1FBE7E5A61A7}" destId="{4F0E2F5E-F238-445E-95D9-78C328E8DCA9}" srcOrd="0" destOrd="0" parTransId="{C06B28D5-5197-44B0-AEDB-DA521D66FFAA}" sibTransId="{1BC8CC91-68AE-4550-9319-FE733BFD2154}"/>
    <dgm:cxn modelId="{D8C260D5-4D3C-4C55-8524-9C7A908E9EF2}" type="presOf" srcId="{4F0E2F5E-F238-445E-95D9-78C328E8DCA9}" destId="{056F1405-C11A-4BCD-A378-6CCA828A2891}" srcOrd="0" destOrd="0" presId="urn:microsoft.com/office/officeart/2018/2/layout/IconLabelList"/>
    <dgm:cxn modelId="{8A2A0AFA-9EB2-4E67-8A09-8871821378F7}" type="presOf" srcId="{4C1347A4-B497-4999-AC3B-600BD4D4ED0E}" destId="{9F95469A-5CBC-47AE-B706-B37A1A783A0C}" srcOrd="0" destOrd="0" presId="urn:microsoft.com/office/officeart/2018/2/layout/IconLabelList"/>
    <dgm:cxn modelId="{7B911687-AC26-43F8-977D-90000A5BDFDB}" type="presParOf" srcId="{BBD6B465-0A53-4954-89F7-306274C53BF0}" destId="{8BE0DE9A-4C83-4DD1-AA89-B7F412DF5517}" srcOrd="0" destOrd="0" presId="urn:microsoft.com/office/officeart/2018/2/layout/IconLabelList"/>
    <dgm:cxn modelId="{461FB8D9-2EA2-4CF0-A846-A7AA718CD6A9}" type="presParOf" srcId="{8BE0DE9A-4C83-4DD1-AA89-B7F412DF5517}" destId="{953A9B0F-7F6F-4D1A-8164-0796A3431E9B}" srcOrd="0" destOrd="0" presId="urn:microsoft.com/office/officeart/2018/2/layout/IconLabelList"/>
    <dgm:cxn modelId="{7766F9B4-D851-496C-A83B-C0A4F20AFFCC}" type="presParOf" srcId="{8BE0DE9A-4C83-4DD1-AA89-B7F412DF5517}" destId="{D6233FC2-847A-4ED4-A768-AB57BEFAE1F0}" srcOrd="1" destOrd="0" presId="urn:microsoft.com/office/officeart/2018/2/layout/IconLabelList"/>
    <dgm:cxn modelId="{5A062BAD-62EC-4968-BAAC-51DC0D0112ED}" type="presParOf" srcId="{8BE0DE9A-4C83-4DD1-AA89-B7F412DF5517}" destId="{056F1405-C11A-4BCD-A378-6CCA828A2891}" srcOrd="2" destOrd="0" presId="urn:microsoft.com/office/officeart/2018/2/layout/IconLabelList"/>
    <dgm:cxn modelId="{425E1A12-1B0A-40DE-AB66-A3C428B7FBB5}" type="presParOf" srcId="{BBD6B465-0A53-4954-89F7-306274C53BF0}" destId="{1A969FE6-8474-430B-AF6C-313227D94278}" srcOrd="1" destOrd="0" presId="urn:microsoft.com/office/officeart/2018/2/layout/IconLabelList"/>
    <dgm:cxn modelId="{F63DF472-F777-445E-8C20-3832472F2CAD}" type="presParOf" srcId="{BBD6B465-0A53-4954-89F7-306274C53BF0}" destId="{C32B7984-E48C-4BFB-9C85-FBDEE13DB73F}" srcOrd="2" destOrd="0" presId="urn:microsoft.com/office/officeart/2018/2/layout/IconLabelList"/>
    <dgm:cxn modelId="{58DF0523-D899-4978-9BA5-9EEA1B808008}" type="presParOf" srcId="{C32B7984-E48C-4BFB-9C85-FBDEE13DB73F}" destId="{A090CA19-A783-408A-B05B-974F2FE12CA1}" srcOrd="0" destOrd="0" presId="urn:microsoft.com/office/officeart/2018/2/layout/IconLabelList"/>
    <dgm:cxn modelId="{17BFBA0A-57F0-46C4-88AF-038817D8F56E}" type="presParOf" srcId="{C32B7984-E48C-4BFB-9C85-FBDEE13DB73F}" destId="{9DD1C256-2EBF-477F-A7C4-84C98354E9D4}" srcOrd="1" destOrd="0" presId="urn:microsoft.com/office/officeart/2018/2/layout/IconLabelList"/>
    <dgm:cxn modelId="{479F3327-8EF3-4A3C-B5D6-5E3883F7E45F}" type="presParOf" srcId="{C32B7984-E48C-4BFB-9C85-FBDEE13DB73F}" destId="{9F95469A-5CBC-47AE-B706-B37A1A783A0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73B3A9C-9F7A-452E-8FA0-9F7C3283601C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6F422DB-9EC1-4D0A-9CB8-2C86E68B55A3}">
      <dgm:prSet/>
      <dgm:spPr/>
      <dgm:t>
        <a:bodyPr/>
        <a:lstStyle/>
        <a:p>
          <a:r>
            <a:rPr lang="fr-FR"/>
            <a:t>Ce qui a été corrigé:</a:t>
          </a:r>
          <a:endParaRPr lang="en-US"/>
        </a:p>
      </dgm:t>
    </dgm:pt>
    <dgm:pt modelId="{93750128-234E-4B67-AE08-06EE182498F6}" type="parTrans" cxnId="{30B947A4-D57D-4296-9C02-3DC52408957A}">
      <dgm:prSet/>
      <dgm:spPr/>
      <dgm:t>
        <a:bodyPr/>
        <a:lstStyle/>
        <a:p>
          <a:endParaRPr lang="en-US"/>
        </a:p>
      </dgm:t>
    </dgm:pt>
    <dgm:pt modelId="{F0D4B5B7-9AC3-4EE7-B688-067CC6EECA25}" type="sibTrans" cxnId="{30B947A4-D57D-4296-9C02-3DC52408957A}">
      <dgm:prSet/>
      <dgm:spPr/>
      <dgm:t>
        <a:bodyPr/>
        <a:lstStyle/>
        <a:p>
          <a:endParaRPr lang="en-US"/>
        </a:p>
      </dgm:t>
    </dgm:pt>
    <dgm:pt modelId="{3886FD44-EB70-47F2-B56D-3C0026B042E3}">
      <dgm:prSet/>
      <dgm:spPr/>
      <dgm:t>
        <a:bodyPr/>
        <a:lstStyle/>
        <a:p>
          <a:r>
            <a:rPr lang="fr-FR"/>
            <a:t>SSH sécurisé</a:t>
          </a:r>
          <a:endParaRPr lang="en-US"/>
        </a:p>
      </dgm:t>
    </dgm:pt>
    <dgm:pt modelId="{F0B6AA9E-ECD0-4414-B58A-F6BC26C2215A}" type="parTrans" cxnId="{EF46A5C2-B7C7-449F-B6E1-E94CB5F72D3F}">
      <dgm:prSet/>
      <dgm:spPr/>
      <dgm:t>
        <a:bodyPr/>
        <a:lstStyle/>
        <a:p>
          <a:endParaRPr lang="en-US"/>
        </a:p>
      </dgm:t>
    </dgm:pt>
    <dgm:pt modelId="{E6A27443-B62A-48D4-BF22-5C87F0FC9199}" type="sibTrans" cxnId="{EF46A5C2-B7C7-449F-B6E1-E94CB5F72D3F}">
      <dgm:prSet/>
      <dgm:spPr/>
      <dgm:t>
        <a:bodyPr/>
        <a:lstStyle/>
        <a:p>
          <a:endParaRPr lang="en-US"/>
        </a:p>
      </dgm:t>
    </dgm:pt>
    <dgm:pt modelId="{2A5A715D-9588-45D0-882A-EE019569C0D4}">
      <dgm:prSet/>
      <dgm:spPr/>
      <dgm:t>
        <a:bodyPr/>
        <a:lstStyle/>
        <a:p>
          <a:r>
            <a:rPr lang="fr-FR"/>
            <a:t>Firewall actif et restrictif</a:t>
          </a:r>
          <a:endParaRPr lang="en-US"/>
        </a:p>
      </dgm:t>
    </dgm:pt>
    <dgm:pt modelId="{A0456969-5C07-476C-B9DC-C2B1D71A5D35}" type="parTrans" cxnId="{238CEFA0-4093-4575-ACC4-68A1F758C8BB}">
      <dgm:prSet/>
      <dgm:spPr/>
      <dgm:t>
        <a:bodyPr/>
        <a:lstStyle/>
        <a:p>
          <a:endParaRPr lang="en-US"/>
        </a:p>
      </dgm:t>
    </dgm:pt>
    <dgm:pt modelId="{C3D6FB95-FBFD-4703-B521-19A21238C024}" type="sibTrans" cxnId="{238CEFA0-4093-4575-ACC4-68A1F758C8BB}">
      <dgm:prSet/>
      <dgm:spPr/>
      <dgm:t>
        <a:bodyPr/>
        <a:lstStyle/>
        <a:p>
          <a:endParaRPr lang="en-US"/>
        </a:p>
      </dgm:t>
    </dgm:pt>
    <dgm:pt modelId="{12288551-C43D-4E5B-8194-741E47E54CA5}">
      <dgm:prSet/>
      <dgm:spPr/>
      <dgm:t>
        <a:bodyPr/>
        <a:lstStyle/>
        <a:p>
          <a:r>
            <a:rPr lang="fr-FR"/>
            <a:t>Permissions /etc/shadow renforcées</a:t>
          </a:r>
          <a:endParaRPr lang="en-US"/>
        </a:p>
      </dgm:t>
    </dgm:pt>
    <dgm:pt modelId="{B11DEDDE-8A95-4E0A-BAAE-101CE446DB67}" type="parTrans" cxnId="{B73C68FF-225A-407D-8A2E-628C1EF6BE03}">
      <dgm:prSet/>
      <dgm:spPr/>
      <dgm:t>
        <a:bodyPr/>
        <a:lstStyle/>
        <a:p>
          <a:endParaRPr lang="en-US"/>
        </a:p>
      </dgm:t>
    </dgm:pt>
    <dgm:pt modelId="{89B1BDF0-A400-4702-9FDE-F0949A6D0982}" type="sibTrans" cxnId="{B73C68FF-225A-407D-8A2E-628C1EF6BE03}">
      <dgm:prSet/>
      <dgm:spPr/>
      <dgm:t>
        <a:bodyPr/>
        <a:lstStyle/>
        <a:p>
          <a:endParaRPr lang="en-US"/>
        </a:p>
      </dgm:t>
    </dgm:pt>
    <dgm:pt modelId="{7948A623-28E8-4776-924B-F16C9493893C}">
      <dgm:prSet/>
      <dgm:spPr/>
      <dgm:t>
        <a:bodyPr/>
        <a:lstStyle/>
        <a:p>
          <a:r>
            <a:rPr lang="fr-FR"/>
            <a:t>Ce qui reste à surveiller:</a:t>
          </a:r>
          <a:endParaRPr lang="en-US"/>
        </a:p>
      </dgm:t>
    </dgm:pt>
    <dgm:pt modelId="{018BDB5E-9E58-4878-9063-B7FE90DCB2D3}" type="parTrans" cxnId="{71DF1F69-ECB1-4A52-B9B4-6D7EC0985543}">
      <dgm:prSet/>
      <dgm:spPr/>
      <dgm:t>
        <a:bodyPr/>
        <a:lstStyle/>
        <a:p>
          <a:endParaRPr lang="en-US"/>
        </a:p>
      </dgm:t>
    </dgm:pt>
    <dgm:pt modelId="{41455AC8-70C6-4BC9-A990-0BEDE1DFB3C0}" type="sibTrans" cxnId="{71DF1F69-ECB1-4A52-B9B4-6D7EC0985543}">
      <dgm:prSet/>
      <dgm:spPr/>
      <dgm:t>
        <a:bodyPr/>
        <a:lstStyle/>
        <a:p>
          <a:endParaRPr lang="en-US"/>
        </a:p>
      </dgm:t>
    </dgm:pt>
    <dgm:pt modelId="{C97658D3-8F48-4FD9-BF58-55DCD537EA76}">
      <dgm:prSet/>
      <dgm:spPr/>
      <dgm:t>
        <a:bodyPr/>
        <a:lstStyle/>
        <a:p>
          <a:r>
            <a:rPr lang="fr-FR"/>
            <a:t>Mise à jour régulières (apt upgrade)</a:t>
          </a:r>
          <a:endParaRPr lang="en-US"/>
        </a:p>
      </dgm:t>
    </dgm:pt>
    <dgm:pt modelId="{D5ABF86C-BAEE-4BB7-9BED-4BADBC550196}" type="parTrans" cxnId="{882B4A6C-ED81-4BB2-8510-4497B54851DD}">
      <dgm:prSet/>
      <dgm:spPr/>
      <dgm:t>
        <a:bodyPr/>
        <a:lstStyle/>
        <a:p>
          <a:endParaRPr lang="en-US"/>
        </a:p>
      </dgm:t>
    </dgm:pt>
    <dgm:pt modelId="{7616CED2-4E31-415B-B326-2009B583B1DB}" type="sibTrans" cxnId="{882B4A6C-ED81-4BB2-8510-4497B54851DD}">
      <dgm:prSet/>
      <dgm:spPr/>
      <dgm:t>
        <a:bodyPr/>
        <a:lstStyle/>
        <a:p>
          <a:endParaRPr lang="en-US"/>
        </a:p>
      </dgm:t>
    </dgm:pt>
    <dgm:pt modelId="{71927175-54F1-468D-B509-30836696D9FE}">
      <dgm:prSet/>
      <dgm:spPr/>
      <dgm:t>
        <a:bodyPr/>
        <a:lstStyle/>
        <a:p>
          <a:r>
            <a:rPr lang="fr-FR"/>
            <a:t>Surveillance des logs </a:t>
          </a:r>
          <a:endParaRPr lang="en-US"/>
        </a:p>
      </dgm:t>
    </dgm:pt>
    <dgm:pt modelId="{AD115D90-448C-41A1-B9CB-FA8D49FD106D}" type="parTrans" cxnId="{7E7EA6FA-54C1-4D06-8639-1C202C5E687C}">
      <dgm:prSet/>
      <dgm:spPr/>
      <dgm:t>
        <a:bodyPr/>
        <a:lstStyle/>
        <a:p>
          <a:endParaRPr lang="en-US"/>
        </a:p>
      </dgm:t>
    </dgm:pt>
    <dgm:pt modelId="{D40B718B-EB6B-48E8-B212-59EDE42288EC}" type="sibTrans" cxnId="{7E7EA6FA-54C1-4D06-8639-1C202C5E687C}">
      <dgm:prSet/>
      <dgm:spPr/>
      <dgm:t>
        <a:bodyPr/>
        <a:lstStyle/>
        <a:p>
          <a:endParaRPr lang="en-US"/>
        </a:p>
      </dgm:t>
    </dgm:pt>
    <dgm:pt modelId="{61678336-6CAE-4E16-AFBE-F7F8CDC1EC01}">
      <dgm:prSet/>
      <dgm:spPr/>
      <dgm:t>
        <a:bodyPr/>
        <a:lstStyle/>
        <a:p>
          <a:r>
            <a:rPr lang="fr-FR"/>
            <a:t>Vérification régulière des fichiers SUID</a:t>
          </a:r>
          <a:endParaRPr lang="en-US"/>
        </a:p>
      </dgm:t>
    </dgm:pt>
    <dgm:pt modelId="{BD250ABE-FDB9-4665-A0C8-52A5EC1837F2}" type="parTrans" cxnId="{A2E12E15-88F6-4478-88C3-8A05C0A20461}">
      <dgm:prSet/>
      <dgm:spPr/>
      <dgm:t>
        <a:bodyPr/>
        <a:lstStyle/>
        <a:p>
          <a:endParaRPr lang="en-US"/>
        </a:p>
      </dgm:t>
    </dgm:pt>
    <dgm:pt modelId="{C91FCA12-A0B0-4BE7-B513-80A092197250}" type="sibTrans" cxnId="{A2E12E15-88F6-4478-88C3-8A05C0A20461}">
      <dgm:prSet/>
      <dgm:spPr/>
      <dgm:t>
        <a:bodyPr/>
        <a:lstStyle/>
        <a:p>
          <a:endParaRPr lang="en-US"/>
        </a:p>
      </dgm:t>
    </dgm:pt>
    <dgm:pt modelId="{B1DFE46A-07A9-4929-B02C-BC5B58AF183F}">
      <dgm:prSet/>
      <dgm:spPr/>
      <dgm:t>
        <a:bodyPr/>
        <a:lstStyle/>
        <a:p>
          <a:r>
            <a:rPr lang="fr-FR"/>
            <a:t>Conclusion: Le système est durci, mais nécessite une surveillance continue.</a:t>
          </a:r>
          <a:endParaRPr lang="en-US"/>
        </a:p>
      </dgm:t>
    </dgm:pt>
    <dgm:pt modelId="{B07E1BE7-07F6-4BFC-B4E4-5AE2E077FB15}" type="parTrans" cxnId="{1A73018A-A9CE-4313-8370-02DE66D719AE}">
      <dgm:prSet/>
      <dgm:spPr/>
      <dgm:t>
        <a:bodyPr/>
        <a:lstStyle/>
        <a:p>
          <a:endParaRPr lang="en-US"/>
        </a:p>
      </dgm:t>
    </dgm:pt>
    <dgm:pt modelId="{31B64BA6-9B79-4AA9-B8FE-995ABA4CF481}" type="sibTrans" cxnId="{1A73018A-A9CE-4313-8370-02DE66D719AE}">
      <dgm:prSet/>
      <dgm:spPr/>
      <dgm:t>
        <a:bodyPr/>
        <a:lstStyle/>
        <a:p>
          <a:endParaRPr lang="en-US"/>
        </a:p>
      </dgm:t>
    </dgm:pt>
    <dgm:pt modelId="{8705DCC5-F714-42E0-B313-2F99DA23253D}" type="pres">
      <dgm:prSet presAssocID="{473B3A9C-9F7A-452E-8FA0-9F7C3283601C}" presName="Name0" presStyleCnt="0">
        <dgm:presLayoutVars>
          <dgm:dir/>
          <dgm:animLvl val="lvl"/>
          <dgm:resizeHandles val="exact"/>
        </dgm:presLayoutVars>
      </dgm:prSet>
      <dgm:spPr/>
    </dgm:pt>
    <dgm:pt modelId="{6558AE11-615A-433C-8623-6E55969DA189}" type="pres">
      <dgm:prSet presAssocID="{B1DFE46A-07A9-4929-B02C-BC5B58AF183F}" presName="boxAndChildren" presStyleCnt="0"/>
      <dgm:spPr/>
    </dgm:pt>
    <dgm:pt modelId="{8630644F-AAA1-4644-A28F-106670875C5F}" type="pres">
      <dgm:prSet presAssocID="{B1DFE46A-07A9-4929-B02C-BC5B58AF183F}" presName="parentTextBox" presStyleLbl="node1" presStyleIdx="0" presStyleCnt="3"/>
      <dgm:spPr/>
    </dgm:pt>
    <dgm:pt modelId="{05CEE83C-18CE-4A5C-AAC0-FD11D09445CA}" type="pres">
      <dgm:prSet presAssocID="{41455AC8-70C6-4BC9-A990-0BEDE1DFB3C0}" presName="sp" presStyleCnt="0"/>
      <dgm:spPr/>
    </dgm:pt>
    <dgm:pt modelId="{6273CFB7-2E95-46FD-A7CD-3421F02BA7FF}" type="pres">
      <dgm:prSet presAssocID="{7948A623-28E8-4776-924B-F16C9493893C}" presName="arrowAndChildren" presStyleCnt="0"/>
      <dgm:spPr/>
    </dgm:pt>
    <dgm:pt modelId="{77BA2B1E-7837-417F-873E-3745DD068D52}" type="pres">
      <dgm:prSet presAssocID="{7948A623-28E8-4776-924B-F16C9493893C}" presName="parentTextArrow" presStyleLbl="node1" presStyleIdx="0" presStyleCnt="3"/>
      <dgm:spPr/>
    </dgm:pt>
    <dgm:pt modelId="{CB7F4C7A-86B6-40A6-9A15-A87FC323679A}" type="pres">
      <dgm:prSet presAssocID="{7948A623-28E8-4776-924B-F16C9493893C}" presName="arrow" presStyleLbl="node1" presStyleIdx="1" presStyleCnt="3"/>
      <dgm:spPr/>
    </dgm:pt>
    <dgm:pt modelId="{4D471240-1204-42BC-9F35-1B3EF6559D39}" type="pres">
      <dgm:prSet presAssocID="{7948A623-28E8-4776-924B-F16C9493893C}" presName="descendantArrow" presStyleCnt="0"/>
      <dgm:spPr/>
    </dgm:pt>
    <dgm:pt modelId="{F152C9BB-E6D7-481D-A30F-620B1A418ECD}" type="pres">
      <dgm:prSet presAssocID="{C97658D3-8F48-4FD9-BF58-55DCD537EA76}" presName="childTextArrow" presStyleLbl="fgAccFollowNode1" presStyleIdx="0" presStyleCnt="6">
        <dgm:presLayoutVars>
          <dgm:bulletEnabled val="1"/>
        </dgm:presLayoutVars>
      </dgm:prSet>
      <dgm:spPr/>
    </dgm:pt>
    <dgm:pt modelId="{8CC8B0C4-9087-430C-B14F-A2BFE1A96D21}" type="pres">
      <dgm:prSet presAssocID="{71927175-54F1-468D-B509-30836696D9FE}" presName="childTextArrow" presStyleLbl="fgAccFollowNode1" presStyleIdx="1" presStyleCnt="6">
        <dgm:presLayoutVars>
          <dgm:bulletEnabled val="1"/>
        </dgm:presLayoutVars>
      </dgm:prSet>
      <dgm:spPr/>
    </dgm:pt>
    <dgm:pt modelId="{E6BDD104-CDCA-47DC-BAC2-609CC411EFAD}" type="pres">
      <dgm:prSet presAssocID="{61678336-6CAE-4E16-AFBE-F7F8CDC1EC01}" presName="childTextArrow" presStyleLbl="fgAccFollowNode1" presStyleIdx="2" presStyleCnt="6">
        <dgm:presLayoutVars>
          <dgm:bulletEnabled val="1"/>
        </dgm:presLayoutVars>
      </dgm:prSet>
      <dgm:spPr/>
    </dgm:pt>
    <dgm:pt modelId="{63C7853A-A88C-4CB4-848F-9CFFBA568932}" type="pres">
      <dgm:prSet presAssocID="{F0D4B5B7-9AC3-4EE7-B688-067CC6EECA25}" presName="sp" presStyleCnt="0"/>
      <dgm:spPr/>
    </dgm:pt>
    <dgm:pt modelId="{9C0169D1-07F3-4AC6-9B20-EC942F72AB67}" type="pres">
      <dgm:prSet presAssocID="{56F422DB-9EC1-4D0A-9CB8-2C86E68B55A3}" presName="arrowAndChildren" presStyleCnt="0"/>
      <dgm:spPr/>
    </dgm:pt>
    <dgm:pt modelId="{5C55FB8F-4559-4BC6-9BCB-02973EABEE12}" type="pres">
      <dgm:prSet presAssocID="{56F422DB-9EC1-4D0A-9CB8-2C86E68B55A3}" presName="parentTextArrow" presStyleLbl="node1" presStyleIdx="1" presStyleCnt="3"/>
      <dgm:spPr/>
    </dgm:pt>
    <dgm:pt modelId="{67C857A1-C5BA-45C6-9BF4-E51D10A715D5}" type="pres">
      <dgm:prSet presAssocID="{56F422DB-9EC1-4D0A-9CB8-2C86E68B55A3}" presName="arrow" presStyleLbl="node1" presStyleIdx="2" presStyleCnt="3"/>
      <dgm:spPr/>
    </dgm:pt>
    <dgm:pt modelId="{09C1B98A-463B-401E-A549-2DBD55D489BF}" type="pres">
      <dgm:prSet presAssocID="{56F422DB-9EC1-4D0A-9CB8-2C86E68B55A3}" presName="descendantArrow" presStyleCnt="0"/>
      <dgm:spPr/>
    </dgm:pt>
    <dgm:pt modelId="{5AC17599-0A66-4DC6-AB06-49CB5B8CEE81}" type="pres">
      <dgm:prSet presAssocID="{3886FD44-EB70-47F2-B56D-3C0026B042E3}" presName="childTextArrow" presStyleLbl="fgAccFollowNode1" presStyleIdx="3" presStyleCnt="6">
        <dgm:presLayoutVars>
          <dgm:bulletEnabled val="1"/>
        </dgm:presLayoutVars>
      </dgm:prSet>
      <dgm:spPr/>
    </dgm:pt>
    <dgm:pt modelId="{BBDC7B5C-229B-460D-A9E9-A3EC9A8DAB57}" type="pres">
      <dgm:prSet presAssocID="{2A5A715D-9588-45D0-882A-EE019569C0D4}" presName="childTextArrow" presStyleLbl="fgAccFollowNode1" presStyleIdx="4" presStyleCnt="6">
        <dgm:presLayoutVars>
          <dgm:bulletEnabled val="1"/>
        </dgm:presLayoutVars>
      </dgm:prSet>
      <dgm:spPr/>
    </dgm:pt>
    <dgm:pt modelId="{56069E3F-B1FB-4DDB-8713-9C8DAA883DB9}" type="pres">
      <dgm:prSet presAssocID="{12288551-C43D-4E5B-8194-741E47E54CA5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A2E12E15-88F6-4478-88C3-8A05C0A20461}" srcId="{7948A623-28E8-4776-924B-F16C9493893C}" destId="{61678336-6CAE-4E16-AFBE-F7F8CDC1EC01}" srcOrd="2" destOrd="0" parTransId="{BD250ABE-FDB9-4665-A0C8-52A5EC1837F2}" sibTransId="{C91FCA12-A0B0-4BE7-B513-80A092197250}"/>
    <dgm:cxn modelId="{0278351F-954A-4725-A07E-48BB7F04D331}" type="presOf" srcId="{61678336-6CAE-4E16-AFBE-F7F8CDC1EC01}" destId="{E6BDD104-CDCA-47DC-BAC2-609CC411EFAD}" srcOrd="0" destOrd="0" presId="urn:microsoft.com/office/officeart/2005/8/layout/process4"/>
    <dgm:cxn modelId="{F987CD20-A75C-45E0-998D-2E33A24688B8}" type="presOf" srcId="{7948A623-28E8-4776-924B-F16C9493893C}" destId="{CB7F4C7A-86B6-40A6-9A15-A87FC323679A}" srcOrd="1" destOrd="0" presId="urn:microsoft.com/office/officeart/2005/8/layout/process4"/>
    <dgm:cxn modelId="{57410D25-3899-4442-AE74-8F33F4BCE8F5}" type="presOf" srcId="{71927175-54F1-468D-B509-30836696D9FE}" destId="{8CC8B0C4-9087-430C-B14F-A2BFE1A96D21}" srcOrd="0" destOrd="0" presId="urn:microsoft.com/office/officeart/2005/8/layout/process4"/>
    <dgm:cxn modelId="{34697B26-777B-4AC1-978F-5B9BD3B78BED}" type="presOf" srcId="{56F422DB-9EC1-4D0A-9CB8-2C86E68B55A3}" destId="{67C857A1-C5BA-45C6-9BF4-E51D10A715D5}" srcOrd="1" destOrd="0" presId="urn:microsoft.com/office/officeart/2005/8/layout/process4"/>
    <dgm:cxn modelId="{133FF626-160C-4EDE-B256-7034F1906FE9}" type="presOf" srcId="{3886FD44-EB70-47F2-B56D-3C0026B042E3}" destId="{5AC17599-0A66-4DC6-AB06-49CB5B8CEE81}" srcOrd="0" destOrd="0" presId="urn:microsoft.com/office/officeart/2005/8/layout/process4"/>
    <dgm:cxn modelId="{71DF1F69-ECB1-4A52-B9B4-6D7EC0985543}" srcId="{473B3A9C-9F7A-452E-8FA0-9F7C3283601C}" destId="{7948A623-28E8-4776-924B-F16C9493893C}" srcOrd="1" destOrd="0" parTransId="{018BDB5E-9E58-4878-9063-B7FE90DCB2D3}" sibTransId="{41455AC8-70C6-4BC9-A990-0BEDE1DFB3C0}"/>
    <dgm:cxn modelId="{882B4A6C-ED81-4BB2-8510-4497B54851DD}" srcId="{7948A623-28E8-4776-924B-F16C9493893C}" destId="{C97658D3-8F48-4FD9-BF58-55DCD537EA76}" srcOrd="0" destOrd="0" parTransId="{D5ABF86C-BAEE-4BB7-9BED-4BADBC550196}" sibTransId="{7616CED2-4E31-415B-B326-2009B583B1DB}"/>
    <dgm:cxn modelId="{4D066854-7209-40D8-B41D-9EB90573B70E}" type="presOf" srcId="{C97658D3-8F48-4FD9-BF58-55DCD537EA76}" destId="{F152C9BB-E6D7-481D-A30F-620B1A418ECD}" srcOrd="0" destOrd="0" presId="urn:microsoft.com/office/officeart/2005/8/layout/process4"/>
    <dgm:cxn modelId="{CB6B3685-6C0A-4E7A-8EC6-CF694A0EBC9F}" type="presOf" srcId="{473B3A9C-9F7A-452E-8FA0-9F7C3283601C}" destId="{8705DCC5-F714-42E0-B313-2F99DA23253D}" srcOrd="0" destOrd="0" presId="urn:microsoft.com/office/officeart/2005/8/layout/process4"/>
    <dgm:cxn modelId="{1A73018A-A9CE-4313-8370-02DE66D719AE}" srcId="{473B3A9C-9F7A-452E-8FA0-9F7C3283601C}" destId="{B1DFE46A-07A9-4929-B02C-BC5B58AF183F}" srcOrd="2" destOrd="0" parTransId="{B07E1BE7-07F6-4BFC-B4E4-5AE2E077FB15}" sibTransId="{31B64BA6-9B79-4AA9-B8FE-995ABA4CF481}"/>
    <dgm:cxn modelId="{CD4E469D-A111-4774-8368-6AC3A9381511}" type="presOf" srcId="{B1DFE46A-07A9-4929-B02C-BC5B58AF183F}" destId="{8630644F-AAA1-4644-A28F-106670875C5F}" srcOrd="0" destOrd="0" presId="urn:microsoft.com/office/officeart/2005/8/layout/process4"/>
    <dgm:cxn modelId="{238CEFA0-4093-4575-ACC4-68A1F758C8BB}" srcId="{56F422DB-9EC1-4D0A-9CB8-2C86E68B55A3}" destId="{2A5A715D-9588-45D0-882A-EE019569C0D4}" srcOrd="1" destOrd="0" parTransId="{A0456969-5C07-476C-B9DC-C2B1D71A5D35}" sibTransId="{C3D6FB95-FBFD-4703-B521-19A21238C024}"/>
    <dgm:cxn modelId="{30B947A4-D57D-4296-9C02-3DC52408957A}" srcId="{473B3A9C-9F7A-452E-8FA0-9F7C3283601C}" destId="{56F422DB-9EC1-4D0A-9CB8-2C86E68B55A3}" srcOrd="0" destOrd="0" parTransId="{93750128-234E-4B67-AE08-06EE182498F6}" sibTransId="{F0D4B5B7-9AC3-4EE7-B688-067CC6EECA25}"/>
    <dgm:cxn modelId="{DFBB80AD-B621-4E6B-BF84-ECB6A4CF4878}" type="presOf" srcId="{12288551-C43D-4E5B-8194-741E47E54CA5}" destId="{56069E3F-B1FB-4DDB-8713-9C8DAA883DB9}" srcOrd="0" destOrd="0" presId="urn:microsoft.com/office/officeart/2005/8/layout/process4"/>
    <dgm:cxn modelId="{EF46A5C2-B7C7-449F-B6E1-E94CB5F72D3F}" srcId="{56F422DB-9EC1-4D0A-9CB8-2C86E68B55A3}" destId="{3886FD44-EB70-47F2-B56D-3C0026B042E3}" srcOrd="0" destOrd="0" parTransId="{F0B6AA9E-ECD0-4414-B58A-F6BC26C2215A}" sibTransId="{E6A27443-B62A-48D4-BF22-5C87F0FC9199}"/>
    <dgm:cxn modelId="{654681C8-8370-4E1B-BB80-377BF3F199D3}" type="presOf" srcId="{2A5A715D-9588-45D0-882A-EE019569C0D4}" destId="{BBDC7B5C-229B-460D-A9E9-A3EC9A8DAB57}" srcOrd="0" destOrd="0" presId="urn:microsoft.com/office/officeart/2005/8/layout/process4"/>
    <dgm:cxn modelId="{4D91BBD2-C465-4EA5-9EA0-BCCC57F63F28}" type="presOf" srcId="{56F422DB-9EC1-4D0A-9CB8-2C86E68B55A3}" destId="{5C55FB8F-4559-4BC6-9BCB-02973EABEE12}" srcOrd="0" destOrd="0" presId="urn:microsoft.com/office/officeart/2005/8/layout/process4"/>
    <dgm:cxn modelId="{E9EC7DDE-5223-4004-876F-EC6E10D7208A}" type="presOf" srcId="{7948A623-28E8-4776-924B-F16C9493893C}" destId="{77BA2B1E-7837-417F-873E-3745DD068D52}" srcOrd="0" destOrd="0" presId="urn:microsoft.com/office/officeart/2005/8/layout/process4"/>
    <dgm:cxn modelId="{7E7EA6FA-54C1-4D06-8639-1C202C5E687C}" srcId="{7948A623-28E8-4776-924B-F16C9493893C}" destId="{71927175-54F1-468D-B509-30836696D9FE}" srcOrd="1" destOrd="0" parTransId="{AD115D90-448C-41A1-B9CB-FA8D49FD106D}" sibTransId="{D40B718B-EB6B-48E8-B212-59EDE42288EC}"/>
    <dgm:cxn modelId="{B73C68FF-225A-407D-8A2E-628C1EF6BE03}" srcId="{56F422DB-9EC1-4D0A-9CB8-2C86E68B55A3}" destId="{12288551-C43D-4E5B-8194-741E47E54CA5}" srcOrd="2" destOrd="0" parTransId="{B11DEDDE-8A95-4E0A-BAAE-101CE446DB67}" sibTransId="{89B1BDF0-A400-4702-9FDE-F0949A6D0982}"/>
    <dgm:cxn modelId="{A0B4CAE7-F60B-4DAA-BCF1-AF881D17EC42}" type="presParOf" srcId="{8705DCC5-F714-42E0-B313-2F99DA23253D}" destId="{6558AE11-615A-433C-8623-6E55969DA189}" srcOrd="0" destOrd="0" presId="urn:microsoft.com/office/officeart/2005/8/layout/process4"/>
    <dgm:cxn modelId="{37E095CC-93B3-46BB-A1CD-55EE53699974}" type="presParOf" srcId="{6558AE11-615A-433C-8623-6E55969DA189}" destId="{8630644F-AAA1-4644-A28F-106670875C5F}" srcOrd="0" destOrd="0" presId="urn:microsoft.com/office/officeart/2005/8/layout/process4"/>
    <dgm:cxn modelId="{6965C12A-8F59-4383-BEBD-2AD442BB303F}" type="presParOf" srcId="{8705DCC5-F714-42E0-B313-2F99DA23253D}" destId="{05CEE83C-18CE-4A5C-AAC0-FD11D09445CA}" srcOrd="1" destOrd="0" presId="urn:microsoft.com/office/officeart/2005/8/layout/process4"/>
    <dgm:cxn modelId="{489B43BD-FE66-413D-B9D7-179339BC82EC}" type="presParOf" srcId="{8705DCC5-F714-42E0-B313-2F99DA23253D}" destId="{6273CFB7-2E95-46FD-A7CD-3421F02BA7FF}" srcOrd="2" destOrd="0" presId="urn:microsoft.com/office/officeart/2005/8/layout/process4"/>
    <dgm:cxn modelId="{438874C7-C07E-4823-B325-1429EE3EE3A0}" type="presParOf" srcId="{6273CFB7-2E95-46FD-A7CD-3421F02BA7FF}" destId="{77BA2B1E-7837-417F-873E-3745DD068D52}" srcOrd="0" destOrd="0" presId="urn:microsoft.com/office/officeart/2005/8/layout/process4"/>
    <dgm:cxn modelId="{D44A7426-F2D2-4131-ACED-8E7C0A66720C}" type="presParOf" srcId="{6273CFB7-2E95-46FD-A7CD-3421F02BA7FF}" destId="{CB7F4C7A-86B6-40A6-9A15-A87FC323679A}" srcOrd="1" destOrd="0" presId="urn:microsoft.com/office/officeart/2005/8/layout/process4"/>
    <dgm:cxn modelId="{D8F7A82A-34A3-4ADE-B859-DE3E705803C7}" type="presParOf" srcId="{6273CFB7-2E95-46FD-A7CD-3421F02BA7FF}" destId="{4D471240-1204-42BC-9F35-1B3EF6559D39}" srcOrd="2" destOrd="0" presId="urn:microsoft.com/office/officeart/2005/8/layout/process4"/>
    <dgm:cxn modelId="{7BC0C03A-6320-4D23-89EB-5C7A2871032B}" type="presParOf" srcId="{4D471240-1204-42BC-9F35-1B3EF6559D39}" destId="{F152C9BB-E6D7-481D-A30F-620B1A418ECD}" srcOrd="0" destOrd="0" presId="urn:microsoft.com/office/officeart/2005/8/layout/process4"/>
    <dgm:cxn modelId="{1D6C8BD8-6C5C-480E-9707-0272FB3B88C1}" type="presParOf" srcId="{4D471240-1204-42BC-9F35-1B3EF6559D39}" destId="{8CC8B0C4-9087-430C-B14F-A2BFE1A96D21}" srcOrd="1" destOrd="0" presId="urn:microsoft.com/office/officeart/2005/8/layout/process4"/>
    <dgm:cxn modelId="{08029B9F-2CE1-4BE9-8262-9FF87B6AAEF7}" type="presParOf" srcId="{4D471240-1204-42BC-9F35-1B3EF6559D39}" destId="{E6BDD104-CDCA-47DC-BAC2-609CC411EFAD}" srcOrd="2" destOrd="0" presId="urn:microsoft.com/office/officeart/2005/8/layout/process4"/>
    <dgm:cxn modelId="{0C73E951-FF8E-404D-891A-50FA86C799E0}" type="presParOf" srcId="{8705DCC5-F714-42E0-B313-2F99DA23253D}" destId="{63C7853A-A88C-4CB4-848F-9CFFBA568932}" srcOrd="3" destOrd="0" presId="urn:microsoft.com/office/officeart/2005/8/layout/process4"/>
    <dgm:cxn modelId="{34BBC378-D3B8-43E9-87CD-6578B5F79D65}" type="presParOf" srcId="{8705DCC5-F714-42E0-B313-2F99DA23253D}" destId="{9C0169D1-07F3-4AC6-9B20-EC942F72AB67}" srcOrd="4" destOrd="0" presId="urn:microsoft.com/office/officeart/2005/8/layout/process4"/>
    <dgm:cxn modelId="{ACF63FFD-2452-4D3B-AEBA-B40E6E07D04E}" type="presParOf" srcId="{9C0169D1-07F3-4AC6-9B20-EC942F72AB67}" destId="{5C55FB8F-4559-4BC6-9BCB-02973EABEE12}" srcOrd="0" destOrd="0" presId="urn:microsoft.com/office/officeart/2005/8/layout/process4"/>
    <dgm:cxn modelId="{431EA8C2-B267-4A21-B512-56C3C0D38A62}" type="presParOf" srcId="{9C0169D1-07F3-4AC6-9B20-EC942F72AB67}" destId="{67C857A1-C5BA-45C6-9BF4-E51D10A715D5}" srcOrd="1" destOrd="0" presId="urn:microsoft.com/office/officeart/2005/8/layout/process4"/>
    <dgm:cxn modelId="{047001DE-A8A9-4518-AF52-2F9A0489068E}" type="presParOf" srcId="{9C0169D1-07F3-4AC6-9B20-EC942F72AB67}" destId="{09C1B98A-463B-401E-A549-2DBD55D489BF}" srcOrd="2" destOrd="0" presId="urn:microsoft.com/office/officeart/2005/8/layout/process4"/>
    <dgm:cxn modelId="{AEA97207-1A02-4561-A870-ED01DD24180A}" type="presParOf" srcId="{09C1B98A-463B-401E-A549-2DBD55D489BF}" destId="{5AC17599-0A66-4DC6-AB06-49CB5B8CEE81}" srcOrd="0" destOrd="0" presId="urn:microsoft.com/office/officeart/2005/8/layout/process4"/>
    <dgm:cxn modelId="{B67FA70F-5903-4247-B3DB-5F86E9C2539C}" type="presParOf" srcId="{09C1B98A-463B-401E-A549-2DBD55D489BF}" destId="{BBDC7B5C-229B-460D-A9E9-A3EC9A8DAB57}" srcOrd="1" destOrd="0" presId="urn:microsoft.com/office/officeart/2005/8/layout/process4"/>
    <dgm:cxn modelId="{1C335191-619C-415F-91A3-B4EC0F681924}" type="presParOf" srcId="{09C1B98A-463B-401E-A549-2DBD55D489BF}" destId="{56069E3F-B1FB-4DDB-8713-9C8DAA883DB9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F5A0BD5-44A0-4472-BCD2-DA84A1482C1E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BD751B-1D5F-4D9E-B749-D679F41EC398}">
      <dgm:prSet/>
      <dgm:spPr/>
      <dgm:t>
        <a:bodyPr/>
        <a:lstStyle/>
        <a:p>
          <a:r>
            <a:rPr lang="fr-FR" b="0" i="0" baseline="0"/>
            <a:t>Renforcer la sécurité d’un domaine Active Directory</a:t>
          </a:r>
          <a:endParaRPr lang="en-US"/>
        </a:p>
      </dgm:t>
    </dgm:pt>
    <dgm:pt modelId="{ED458F89-7440-49F7-A49D-1E4C6CFBCE98}" type="parTrans" cxnId="{0D4B8FB0-3707-421B-9E01-373AC60B0517}">
      <dgm:prSet/>
      <dgm:spPr/>
      <dgm:t>
        <a:bodyPr/>
        <a:lstStyle/>
        <a:p>
          <a:endParaRPr lang="en-US"/>
        </a:p>
      </dgm:t>
    </dgm:pt>
    <dgm:pt modelId="{94318D52-F9E1-4E65-B8A1-1E36ACCEF4BA}" type="sibTrans" cxnId="{0D4B8FB0-3707-421B-9E01-373AC60B0517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9108C9CA-0EF8-47B1-9A70-978B1829B33F}">
      <dgm:prSet/>
      <dgm:spPr/>
      <dgm:t>
        <a:bodyPr/>
        <a:lstStyle/>
        <a:p>
          <a:r>
            <a:rPr lang="fr-FR" b="0" i="0" baseline="0"/>
            <a:t>Appliquer des GPO de durcissement</a:t>
          </a:r>
          <a:endParaRPr lang="en-US"/>
        </a:p>
      </dgm:t>
    </dgm:pt>
    <dgm:pt modelId="{EC436E75-7F41-4D60-8415-7E0BE170AFC2}" type="parTrans" cxnId="{30BA8615-6C18-42FC-AAFC-6457DCC78E69}">
      <dgm:prSet/>
      <dgm:spPr/>
      <dgm:t>
        <a:bodyPr/>
        <a:lstStyle/>
        <a:p>
          <a:endParaRPr lang="en-US"/>
        </a:p>
      </dgm:t>
    </dgm:pt>
    <dgm:pt modelId="{B5E37E6E-C300-4238-A5ED-B1FFF6F09F2B}" type="sibTrans" cxnId="{30BA8615-6C18-42FC-AAFC-6457DCC78E69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34D8C758-AD90-4235-8D56-DA4F1A0586D0}">
      <dgm:prSet/>
      <dgm:spPr/>
      <dgm:t>
        <a:bodyPr/>
        <a:lstStyle/>
        <a:p>
          <a:r>
            <a:rPr lang="fr-FR" b="0" i="0" baseline="0"/>
            <a:t>Détecter les comptes inactifs</a:t>
          </a:r>
          <a:endParaRPr lang="en-US"/>
        </a:p>
      </dgm:t>
    </dgm:pt>
    <dgm:pt modelId="{B77B7625-FED9-471B-9E8A-B34D4F17F4C6}" type="parTrans" cxnId="{F50894CE-B7CE-4B11-9C09-009934B1F539}">
      <dgm:prSet/>
      <dgm:spPr/>
      <dgm:t>
        <a:bodyPr/>
        <a:lstStyle/>
        <a:p>
          <a:endParaRPr lang="en-US"/>
        </a:p>
      </dgm:t>
    </dgm:pt>
    <dgm:pt modelId="{44D93ED9-9AB8-4DBC-A926-DC0FF2F133D9}" type="sibTrans" cxnId="{F50894CE-B7CE-4B11-9C09-009934B1F539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311A7231-2B55-4608-9F25-99615B90B9A1}">
      <dgm:prSet/>
      <dgm:spPr/>
      <dgm:t>
        <a:bodyPr/>
        <a:lstStyle/>
        <a:p>
          <a:r>
            <a:rPr lang="fr-FR" b="0" i="0" baseline="0"/>
            <a:t>Vérifier les groupes sensibles</a:t>
          </a:r>
          <a:endParaRPr lang="en-US"/>
        </a:p>
      </dgm:t>
    </dgm:pt>
    <dgm:pt modelId="{BCCD5EFE-6A46-44EA-873E-FF1BF0584264}" type="parTrans" cxnId="{497FFF09-9F38-4395-BA24-B42AADD13D64}">
      <dgm:prSet/>
      <dgm:spPr/>
      <dgm:t>
        <a:bodyPr/>
        <a:lstStyle/>
        <a:p>
          <a:endParaRPr lang="en-US"/>
        </a:p>
      </dgm:t>
    </dgm:pt>
    <dgm:pt modelId="{9EF19F03-843A-4C31-8BB8-A9F9776BB9AF}" type="sibTrans" cxnId="{497FFF09-9F38-4395-BA24-B42AADD13D64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C9C1044C-BA20-47A1-9FDC-9D943C471ED7}">
      <dgm:prSet/>
      <dgm:spPr/>
      <dgm:t>
        <a:bodyPr/>
        <a:lstStyle/>
        <a:p>
          <a:r>
            <a:rPr lang="fr-FR" b="0" i="0" baseline="0"/>
            <a:t>Désactiver les protocoles obsolètes (SMBv1, NTLMv1)</a:t>
          </a:r>
          <a:endParaRPr lang="en-US"/>
        </a:p>
      </dgm:t>
    </dgm:pt>
    <dgm:pt modelId="{A8188F38-6DB1-46D3-9AFE-446F628EA6B5}" type="parTrans" cxnId="{C31EDE07-2431-471F-AE08-79F265A1474F}">
      <dgm:prSet/>
      <dgm:spPr/>
      <dgm:t>
        <a:bodyPr/>
        <a:lstStyle/>
        <a:p>
          <a:endParaRPr lang="en-US"/>
        </a:p>
      </dgm:t>
    </dgm:pt>
    <dgm:pt modelId="{94420A9D-7D5E-41F5-997F-6A871B0C1435}" type="sibTrans" cxnId="{C31EDE07-2431-471F-AE08-79F265A1474F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EA0D62D3-B7DE-450C-90D9-44318F41BEDF}">
      <dgm:prSet/>
      <dgm:spPr/>
      <dgm:t>
        <a:bodyPr/>
        <a:lstStyle/>
        <a:p>
          <a:r>
            <a:rPr lang="fr-FR" b="0" i="0" baseline="0"/>
            <a:t>Créer un script Bash d’audit automatisé Linux</a:t>
          </a:r>
          <a:endParaRPr lang="en-US"/>
        </a:p>
      </dgm:t>
    </dgm:pt>
    <dgm:pt modelId="{B37D55DC-6279-4E9F-9A6B-6C8400519868}" type="parTrans" cxnId="{A4DD0CE6-924A-4BC0-A909-F1ECF8D91A28}">
      <dgm:prSet/>
      <dgm:spPr/>
      <dgm:t>
        <a:bodyPr/>
        <a:lstStyle/>
        <a:p>
          <a:endParaRPr lang="en-US"/>
        </a:p>
      </dgm:t>
    </dgm:pt>
    <dgm:pt modelId="{1CB6DC3D-E015-448C-B378-39D05CAA1DC0}" type="sibTrans" cxnId="{A4DD0CE6-924A-4BC0-A909-F1ECF8D91A28}">
      <dgm:prSet phldrT="06" phldr="0"/>
      <dgm:spPr/>
      <dgm:t>
        <a:bodyPr/>
        <a:lstStyle/>
        <a:p>
          <a:r>
            <a:rPr lang="en-US"/>
            <a:t>06</a:t>
          </a:r>
        </a:p>
      </dgm:t>
    </dgm:pt>
    <dgm:pt modelId="{8E999ADA-B53D-4629-9571-B9F6B479662C}" type="pres">
      <dgm:prSet presAssocID="{5F5A0BD5-44A0-4472-BCD2-DA84A1482C1E}" presName="Name0" presStyleCnt="0">
        <dgm:presLayoutVars>
          <dgm:animLvl val="lvl"/>
          <dgm:resizeHandles val="exact"/>
        </dgm:presLayoutVars>
      </dgm:prSet>
      <dgm:spPr/>
    </dgm:pt>
    <dgm:pt modelId="{9E44B607-D3A5-4116-8467-58D8EDE3046A}" type="pres">
      <dgm:prSet presAssocID="{51BD751B-1D5F-4D9E-B749-D679F41EC398}" presName="compositeNode" presStyleCnt="0">
        <dgm:presLayoutVars>
          <dgm:bulletEnabled val="1"/>
        </dgm:presLayoutVars>
      </dgm:prSet>
      <dgm:spPr/>
    </dgm:pt>
    <dgm:pt modelId="{78EA10CA-1646-44E7-8D15-44E55B12A9A8}" type="pres">
      <dgm:prSet presAssocID="{51BD751B-1D5F-4D9E-B749-D679F41EC398}" presName="bgRect" presStyleLbl="alignNode1" presStyleIdx="0" presStyleCnt="6"/>
      <dgm:spPr/>
    </dgm:pt>
    <dgm:pt modelId="{305B8650-85C7-403E-B2EA-A85847C438F4}" type="pres">
      <dgm:prSet presAssocID="{94318D52-F9E1-4E65-B8A1-1E36ACCEF4BA}" presName="sibTransNodeRect" presStyleLbl="alignNode1" presStyleIdx="0" presStyleCnt="6">
        <dgm:presLayoutVars>
          <dgm:chMax val="0"/>
          <dgm:bulletEnabled val="1"/>
        </dgm:presLayoutVars>
      </dgm:prSet>
      <dgm:spPr/>
    </dgm:pt>
    <dgm:pt modelId="{842EFF28-3206-409A-9A76-5E18B6FACDE3}" type="pres">
      <dgm:prSet presAssocID="{51BD751B-1D5F-4D9E-B749-D679F41EC398}" presName="nodeRect" presStyleLbl="alignNode1" presStyleIdx="0" presStyleCnt="6">
        <dgm:presLayoutVars>
          <dgm:bulletEnabled val="1"/>
        </dgm:presLayoutVars>
      </dgm:prSet>
      <dgm:spPr/>
    </dgm:pt>
    <dgm:pt modelId="{828D9F04-3551-4178-ADCF-4780B0ECBD45}" type="pres">
      <dgm:prSet presAssocID="{94318D52-F9E1-4E65-B8A1-1E36ACCEF4BA}" presName="sibTrans" presStyleCnt="0"/>
      <dgm:spPr/>
    </dgm:pt>
    <dgm:pt modelId="{D863FDA6-90FF-4577-A884-66F350A4EBA3}" type="pres">
      <dgm:prSet presAssocID="{9108C9CA-0EF8-47B1-9A70-978B1829B33F}" presName="compositeNode" presStyleCnt="0">
        <dgm:presLayoutVars>
          <dgm:bulletEnabled val="1"/>
        </dgm:presLayoutVars>
      </dgm:prSet>
      <dgm:spPr/>
    </dgm:pt>
    <dgm:pt modelId="{53F367B5-1F46-4E59-BC71-7227531F8BDF}" type="pres">
      <dgm:prSet presAssocID="{9108C9CA-0EF8-47B1-9A70-978B1829B33F}" presName="bgRect" presStyleLbl="alignNode1" presStyleIdx="1" presStyleCnt="6"/>
      <dgm:spPr/>
    </dgm:pt>
    <dgm:pt modelId="{8880AD01-05D8-44FF-B742-E2CE2C4206CC}" type="pres">
      <dgm:prSet presAssocID="{B5E37E6E-C300-4238-A5ED-B1FFF6F09F2B}" presName="sibTransNodeRect" presStyleLbl="alignNode1" presStyleIdx="1" presStyleCnt="6">
        <dgm:presLayoutVars>
          <dgm:chMax val="0"/>
          <dgm:bulletEnabled val="1"/>
        </dgm:presLayoutVars>
      </dgm:prSet>
      <dgm:spPr/>
    </dgm:pt>
    <dgm:pt modelId="{639D60DD-9B30-4845-A1AD-8464C9E35964}" type="pres">
      <dgm:prSet presAssocID="{9108C9CA-0EF8-47B1-9A70-978B1829B33F}" presName="nodeRect" presStyleLbl="alignNode1" presStyleIdx="1" presStyleCnt="6">
        <dgm:presLayoutVars>
          <dgm:bulletEnabled val="1"/>
        </dgm:presLayoutVars>
      </dgm:prSet>
      <dgm:spPr/>
    </dgm:pt>
    <dgm:pt modelId="{314BA81B-29FB-4B4A-8D76-A8EBA704FAD8}" type="pres">
      <dgm:prSet presAssocID="{B5E37E6E-C300-4238-A5ED-B1FFF6F09F2B}" presName="sibTrans" presStyleCnt="0"/>
      <dgm:spPr/>
    </dgm:pt>
    <dgm:pt modelId="{4469D92E-CD7C-4586-88AF-7930D19EDBF1}" type="pres">
      <dgm:prSet presAssocID="{34D8C758-AD90-4235-8D56-DA4F1A0586D0}" presName="compositeNode" presStyleCnt="0">
        <dgm:presLayoutVars>
          <dgm:bulletEnabled val="1"/>
        </dgm:presLayoutVars>
      </dgm:prSet>
      <dgm:spPr/>
    </dgm:pt>
    <dgm:pt modelId="{847C3DAD-25D0-4B31-B706-2354CE376B6B}" type="pres">
      <dgm:prSet presAssocID="{34D8C758-AD90-4235-8D56-DA4F1A0586D0}" presName="bgRect" presStyleLbl="alignNode1" presStyleIdx="2" presStyleCnt="6"/>
      <dgm:spPr/>
    </dgm:pt>
    <dgm:pt modelId="{82171925-0F16-4896-9736-588A8C5D89D7}" type="pres">
      <dgm:prSet presAssocID="{44D93ED9-9AB8-4DBC-A926-DC0FF2F133D9}" presName="sibTransNodeRect" presStyleLbl="alignNode1" presStyleIdx="2" presStyleCnt="6">
        <dgm:presLayoutVars>
          <dgm:chMax val="0"/>
          <dgm:bulletEnabled val="1"/>
        </dgm:presLayoutVars>
      </dgm:prSet>
      <dgm:spPr/>
    </dgm:pt>
    <dgm:pt modelId="{BD949421-5B61-499C-9B75-D23CFECEF069}" type="pres">
      <dgm:prSet presAssocID="{34D8C758-AD90-4235-8D56-DA4F1A0586D0}" presName="nodeRect" presStyleLbl="alignNode1" presStyleIdx="2" presStyleCnt="6">
        <dgm:presLayoutVars>
          <dgm:bulletEnabled val="1"/>
        </dgm:presLayoutVars>
      </dgm:prSet>
      <dgm:spPr/>
    </dgm:pt>
    <dgm:pt modelId="{9CCFC1BE-9EB2-4B52-918B-40837E355DFB}" type="pres">
      <dgm:prSet presAssocID="{44D93ED9-9AB8-4DBC-A926-DC0FF2F133D9}" presName="sibTrans" presStyleCnt="0"/>
      <dgm:spPr/>
    </dgm:pt>
    <dgm:pt modelId="{01DFD762-2418-43CB-A42F-938F34369D3D}" type="pres">
      <dgm:prSet presAssocID="{311A7231-2B55-4608-9F25-99615B90B9A1}" presName="compositeNode" presStyleCnt="0">
        <dgm:presLayoutVars>
          <dgm:bulletEnabled val="1"/>
        </dgm:presLayoutVars>
      </dgm:prSet>
      <dgm:spPr/>
    </dgm:pt>
    <dgm:pt modelId="{DB5BEE72-1E86-4629-A91B-42B472B919E1}" type="pres">
      <dgm:prSet presAssocID="{311A7231-2B55-4608-9F25-99615B90B9A1}" presName="bgRect" presStyleLbl="alignNode1" presStyleIdx="3" presStyleCnt="6"/>
      <dgm:spPr/>
    </dgm:pt>
    <dgm:pt modelId="{82901BFE-1A56-4751-BA1D-A12B60737A62}" type="pres">
      <dgm:prSet presAssocID="{9EF19F03-843A-4C31-8BB8-A9F9776BB9AF}" presName="sibTransNodeRect" presStyleLbl="alignNode1" presStyleIdx="3" presStyleCnt="6">
        <dgm:presLayoutVars>
          <dgm:chMax val="0"/>
          <dgm:bulletEnabled val="1"/>
        </dgm:presLayoutVars>
      </dgm:prSet>
      <dgm:spPr/>
    </dgm:pt>
    <dgm:pt modelId="{E51D153C-3E77-4C3F-AA76-489876148FED}" type="pres">
      <dgm:prSet presAssocID="{311A7231-2B55-4608-9F25-99615B90B9A1}" presName="nodeRect" presStyleLbl="alignNode1" presStyleIdx="3" presStyleCnt="6">
        <dgm:presLayoutVars>
          <dgm:bulletEnabled val="1"/>
        </dgm:presLayoutVars>
      </dgm:prSet>
      <dgm:spPr/>
    </dgm:pt>
    <dgm:pt modelId="{6D94BB66-D7CB-40F2-B772-7610A5663F97}" type="pres">
      <dgm:prSet presAssocID="{9EF19F03-843A-4C31-8BB8-A9F9776BB9AF}" presName="sibTrans" presStyleCnt="0"/>
      <dgm:spPr/>
    </dgm:pt>
    <dgm:pt modelId="{931A6F83-59ED-41EF-A58F-6A6F6585A7B5}" type="pres">
      <dgm:prSet presAssocID="{C9C1044C-BA20-47A1-9FDC-9D943C471ED7}" presName="compositeNode" presStyleCnt="0">
        <dgm:presLayoutVars>
          <dgm:bulletEnabled val="1"/>
        </dgm:presLayoutVars>
      </dgm:prSet>
      <dgm:spPr/>
    </dgm:pt>
    <dgm:pt modelId="{6523C2B7-C27A-47B5-B294-66CBBA6960A8}" type="pres">
      <dgm:prSet presAssocID="{C9C1044C-BA20-47A1-9FDC-9D943C471ED7}" presName="bgRect" presStyleLbl="alignNode1" presStyleIdx="4" presStyleCnt="6"/>
      <dgm:spPr/>
    </dgm:pt>
    <dgm:pt modelId="{542F042C-0573-40C6-806C-F0E627E73DD1}" type="pres">
      <dgm:prSet presAssocID="{94420A9D-7D5E-41F5-997F-6A871B0C1435}" presName="sibTransNodeRect" presStyleLbl="alignNode1" presStyleIdx="4" presStyleCnt="6">
        <dgm:presLayoutVars>
          <dgm:chMax val="0"/>
          <dgm:bulletEnabled val="1"/>
        </dgm:presLayoutVars>
      </dgm:prSet>
      <dgm:spPr/>
    </dgm:pt>
    <dgm:pt modelId="{8B42D7B9-87EC-4A78-A838-48488DB8656C}" type="pres">
      <dgm:prSet presAssocID="{C9C1044C-BA20-47A1-9FDC-9D943C471ED7}" presName="nodeRect" presStyleLbl="alignNode1" presStyleIdx="4" presStyleCnt="6">
        <dgm:presLayoutVars>
          <dgm:bulletEnabled val="1"/>
        </dgm:presLayoutVars>
      </dgm:prSet>
      <dgm:spPr/>
    </dgm:pt>
    <dgm:pt modelId="{7DAE7471-3730-4B6C-BFCB-0ED63CEC7AA0}" type="pres">
      <dgm:prSet presAssocID="{94420A9D-7D5E-41F5-997F-6A871B0C1435}" presName="sibTrans" presStyleCnt="0"/>
      <dgm:spPr/>
    </dgm:pt>
    <dgm:pt modelId="{773726EF-851C-4B23-82AC-9576901F9B02}" type="pres">
      <dgm:prSet presAssocID="{EA0D62D3-B7DE-450C-90D9-44318F41BEDF}" presName="compositeNode" presStyleCnt="0">
        <dgm:presLayoutVars>
          <dgm:bulletEnabled val="1"/>
        </dgm:presLayoutVars>
      </dgm:prSet>
      <dgm:spPr/>
    </dgm:pt>
    <dgm:pt modelId="{ABDDAC30-BD0F-43E0-A746-2CBF27C86DE8}" type="pres">
      <dgm:prSet presAssocID="{EA0D62D3-B7DE-450C-90D9-44318F41BEDF}" presName="bgRect" presStyleLbl="alignNode1" presStyleIdx="5" presStyleCnt="6"/>
      <dgm:spPr/>
    </dgm:pt>
    <dgm:pt modelId="{3C88B13A-43FC-4962-BDAA-B1352F985DE6}" type="pres">
      <dgm:prSet presAssocID="{1CB6DC3D-E015-448C-B378-39D05CAA1DC0}" presName="sibTransNodeRect" presStyleLbl="alignNode1" presStyleIdx="5" presStyleCnt="6">
        <dgm:presLayoutVars>
          <dgm:chMax val="0"/>
          <dgm:bulletEnabled val="1"/>
        </dgm:presLayoutVars>
      </dgm:prSet>
      <dgm:spPr/>
    </dgm:pt>
    <dgm:pt modelId="{4B95EB90-21DB-42E2-AF8A-E1B91474AA36}" type="pres">
      <dgm:prSet presAssocID="{EA0D62D3-B7DE-450C-90D9-44318F41BEDF}" presName="nodeRect" presStyleLbl="alignNode1" presStyleIdx="5" presStyleCnt="6">
        <dgm:presLayoutVars>
          <dgm:bulletEnabled val="1"/>
        </dgm:presLayoutVars>
      </dgm:prSet>
      <dgm:spPr/>
    </dgm:pt>
  </dgm:ptLst>
  <dgm:cxnLst>
    <dgm:cxn modelId="{C31EDE07-2431-471F-AE08-79F265A1474F}" srcId="{5F5A0BD5-44A0-4472-BCD2-DA84A1482C1E}" destId="{C9C1044C-BA20-47A1-9FDC-9D943C471ED7}" srcOrd="4" destOrd="0" parTransId="{A8188F38-6DB1-46D3-9AFE-446F628EA6B5}" sibTransId="{94420A9D-7D5E-41F5-997F-6A871B0C1435}"/>
    <dgm:cxn modelId="{497FFF09-9F38-4395-BA24-B42AADD13D64}" srcId="{5F5A0BD5-44A0-4472-BCD2-DA84A1482C1E}" destId="{311A7231-2B55-4608-9F25-99615B90B9A1}" srcOrd="3" destOrd="0" parTransId="{BCCD5EFE-6A46-44EA-873E-FF1BF0584264}" sibTransId="{9EF19F03-843A-4C31-8BB8-A9F9776BB9AF}"/>
    <dgm:cxn modelId="{75BD4A11-E29F-495E-BB67-EE31B9A5B145}" type="presOf" srcId="{44D93ED9-9AB8-4DBC-A926-DC0FF2F133D9}" destId="{82171925-0F16-4896-9736-588A8C5D89D7}" srcOrd="0" destOrd="0" presId="urn:microsoft.com/office/officeart/2016/7/layout/LinearBlockProcessNumbered"/>
    <dgm:cxn modelId="{30BA8615-6C18-42FC-AAFC-6457DCC78E69}" srcId="{5F5A0BD5-44A0-4472-BCD2-DA84A1482C1E}" destId="{9108C9CA-0EF8-47B1-9A70-978B1829B33F}" srcOrd="1" destOrd="0" parTransId="{EC436E75-7F41-4D60-8415-7E0BE170AFC2}" sibTransId="{B5E37E6E-C300-4238-A5ED-B1FFF6F09F2B}"/>
    <dgm:cxn modelId="{C1B6D840-8662-413C-9CDE-6A168BADE2BC}" type="presOf" srcId="{94318D52-F9E1-4E65-B8A1-1E36ACCEF4BA}" destId="{305B8650-85C7-403E-B2EA-A85847C438F4}" srcOrd="0" destOrd="0" presId="urn:microsoft.com/office/officeart/2016/7/layout/LinearBlockProcessNumbered"/>
    <dgm:cxn modelId="{24D2CA5B-C626-4112-A705-0D26E7099DA0}" type="presOf" srcId="{EA0D62D3-B7DE-450C-90D9-44318F41BEDF}" destId="{ABDDAC30-BD0F-43E0-A746-2CBF27C86DE8}" srcOrd="0" destOrd="0" presId="urn:microsoft.com/office/officeart/2016/7/layout/LinearBlockProcessNumbered"/>
    <dgm:cxn modelId="{7F28FC42-6F33-4943-BBB8-A3F63F220A8E}" type="presOf" srcId="{94420A9D-7D5E-41F5-997F-6A871B0C1435}" destId="{542F042C-0573-40C6-806C-F0E627E73DD1}" srcOrd="0" destOrd="0" presId="urn:microsoft.com/office/officeart/2016/7/layout/LinearBlockProcessNumbered"/>
    <dgm:cxn modelId="{212C7D65-AB01-4044-9BD2-744C63CBE9BC}" type="presOf" srcId="{311A7231-2B55-4608-9F25-99615B90B9A1}" destId="{E51D153C-3E77-4C3F-AA76-489876148FED}" srcOrd="1" destOrd="0" presId="urn:microsoft.com/office/officeart/2016/7/layout/LinearBlockProcessNumbered"/>
    <dgm:cxn modelId="{418B7370-8B87-465D-8CD2-8C2115D1E1FC}" type="presOf" srcId="{34D8C758-AD90-4235-8D56-DA4F1A0586D0}" destId="{847C3DAD-25D0-4B31-B706-2354CE376B6B}" srcOrd="0" destOrd="0" presId="urn:microsoft.com/office/officeart/2016/7/layout/LinearBlockProcessNumbered"/>
    <dgm:cxn modelId="{DB6A0F52-C41B-4D30-890D-68956D85618A}" type="presOf" srcId="{5F5A0BD5-44A0-4472-BCD2-DA84A1482C1E}" destId="{8E999ADA-B53D-4629-9571-B9F6B479662C}" srcOrd="0" destOrd="0" presId="urn:microsoft.com/office/officeart/2016/7/layout/LinearBlockProcessNumbered"/>
    <dgm:cxn modelId="{F7918B58-6E9B-4444-9E02-358390EBE7BD}" type="presOf" srcId="{1CB6DC3D-E015-448C-B378-39D05CAA1DC0}" destId="{3C88B13A-43FC-4962-BDAA-B1352F985DE6}" srcOrd="0" destOrd="0" presId="urn:microsoft.com/office/officeart/2016/7/layout/LinearBlockProcessNumbered"/>
    <dgm:cxn modelId="{4FA7B7A2-2C65-4327-A425-27C61BF6D72E}" type="presOf" srcId="{C9C1044C-BA20-47A1-9FDC-9D943C471ED7}" destId="{6523C2B7-C27A-47B5-B294-66CBBA6960A8}" srcOrd="0" destOrd="0" presId="urn:microsoft.com/office/officeart/2016/7/layout/LinearBlockProcessNumbered"/>
    <dgm:cxn modelId="{3D6142B0-EB4D-4518-BD65-70161EFAD4E3}" type="presOf" srcId="{9108C9CA-0EF8-47B1-9A70-978B1829B33F}" destId="{639D60DD-9B30-4845-A1AD-8464C9E35964}" srcOrd="1" destOrd="0" presId="urn:microsoft.com/office/officeart/2016/7/layout/LinearBlockProcessNumbered"/>
    <dgm:cxn modelId="{0D4B8FB0-3707-421B-9E01-373AC60B0517}" srcId="{5F5A0BD5-44A0-4472-BCD2-DA84A1482C1E}" destId="{51BD751B-1D5F-4D9E-B749-D679F41EC398}" srcOrd="0" destOrd="0" parTransId="{ED458F89-7440-49F7-A49D-1E4C6CFBCE98}" sibTransId="{94318D52-F9E1-4E65-B8A1-1E36ACCEF4BA}"/>
    <dgm:cxn modelId="{AA1883B1-6C0D-4725-93E2-8170CAAB48BF}" type="presOf" srcId="{51BD751B-1D5F-4D9E-B749-D679F41EC398}" destId="{78EA10CA-1646-44E7-8D15-44E55B12A9A8}" srcOrd="0" destOrd="0" presId="urn:microsoft.com/office/officeart/2016/7/layout/LinearBlockProcessNumbered"/>
    <dgm:cxn modelId="{53B8F2B3-964B-4ED6-8972-0BBC0A20ADAD}" type="presOf" srcId="{9108C9CA-0EF8-47B1-9A70-978B1829B33F}" destId="{53F367B5-1F46-4E59-BC71-7227531F8BDF}" srcOrd="0" destOrd="0" presId="urn:microsoft.com/office/officeart/2016/7/layout/LinearBlockProcessNumbered"/>
    <dgm:cxn modelId="{E6E7B2B9-A865-4D9B-926E-2D092193270D}" type="presOf" srcId="{34D8C758-AD90-4235-8D56-DA4F1A0586D0}" destId="{BD949421-5B61-499C-9B75-D23CFECEF069}" srcOrd="1" destOrd="0" presId="urn:microsoft.com/office/officeart/2016/7/layout/LinearBlockProcessNumbered"/>
    <dgm:cxn modelId="{6DC466C3-31EE-41B5-A9F5-8BFD83F52F0E}" type="presOf" srcId="{EA0D62D3-B7DE-450C-90D9-44318F41BEDF}" destId="{4B95EB90-21DB-42E2-AF8A-E1B91474AA36}" srcOrd="1" destOrd="0" presId="urn:microsoft.com/office/officeart/2016/7/layout/LinearBlockProcessNumbered"/>
    <dgm:cxn modelId="{F50894CE-B7CE-4B11-9C09-009934B1F539}" srcId="{5F5A0BD5-44A0-4472-BCD2-DA84A1482C1E}" destId="{34D8C758-AD90-4235-8D56-DA4F1A0586D0}" srcOrd="2" destOrd="0" parTransId="{B77B7625-FED9-471B-9E8A-B34D4F17F4C6}" sibTransId="{44D93ED9-9AB8-4DBC-A926-DC0FF2F133D9}"/>
    <dgm:cxn modelId="{3BBBAED0-E173-40C2-AB3A-81A304834CE6}" type="presOf" srcId="{311A7231-2B55-4608-9F25-99615B90B9A1}" destId="{DB5BEE72-1E86-4629-A91B-42B472B919E1}" srcOrd="0" destOrd="0" presId="urn:microsoft.com/office/officeart/2016/7/layout/LinearBlockProcessNumbered"/>
    <dgm:cxn modelId="{69D0E8DC-A11D-44C1-95E2-94DB0D9E0B69}" type="presOf" srcId="{9EF19F03-843A-4C31-8BB8-A9F9776BB9AF}" destId="{82901BFE-1A56-4751-BA1D-A12B60737A62}" srcOrd="0" destOrd="0" presId="urn:microsoft.com/office/officeart/2016/7/layout/LinearBlockProcessNumbered"/>
    <dgm:cxn modelId="{E3C1FEDD-E07B-4772-B3A9-AA1B93D3AFCF}" type="presOf" srcId="{B5E37E6E-C300-4238-A5ED-B1FFF6F09F2B}" destId="{8880AD01-05D8-44FF-B742-E2CE2C4206CC}" srcOrd="0" destOrd="0" presId="urn:microsoft.com/office/officeart/2016/7/layout/LinearBlockProcessNumbered"/>
    <dgm:cxn modelId="{6F4C6FE3-68D4-41E2-81DA-AE99A8D5DB17}" type="presOf" srcId="{51BD751B-1D5F-4D9E-B749-D679F41EC398}" destId="{842EFF28-3206-409A-9A76-5E18B6FACDE3}" srcOrd="1" destOrd="0" presId="urn:microsoft.com/office/officeart/2016/7/layout/LinearBlockProcessNumbered"/>
    <dgm:cxn modelId="{A4DD0CE6-924A-4BC0-A909-F1ECF8D91A28}" srcId="{5F5A0BD5-44A0-4472-BCD2-DA84A1482C1E}" destId="{EA0D62D3-B7DE-450C-90D9-44318F41BEDF}" srcOrd="5" destOrd="0" parTransId="{B37D55DC-6279-4E9F-9A6B-6C8400519868}" sibTransId="{1CB6DC3D-E015-448C-B378-39D05CAA1DC0}"/>
    <dgm:cxn modelId="{A11A40F2-D783-493C-845E-2ECE31BF602F}" type="presOf" srcId="{C9C1044C-BA20-47A1-9FDC-9D943C471ED7}" destId="{8B42D7B9-87EC-4A78-A838-48488DB8656C}" srcOrd="1" destOrd="0" presId="urn:microsoft.com/office/officeart/2016/7/layout/LinearBlockProcessNumbered"/>
    <dgm:cxn modelId="{E302B467-2FBE-4F5B-A6A2-D6F0B35C7A70}" type="presParOf" srcId="{8E999ADA-B53D-4629-9571-B9F6B479662C}" destId="{9E44B607-D3A5-4116-8467-58D8EDE3046A}" srcOrd="0" destOrd="0" presId="urn:microsoft.com/office/officeart/2016/7/layout/LinearBlockProcessNumbered"/>
    <dgm:cxn modelId="{602169D9-5097-4831-A9D0-8BF5D716DEDC}" type="presParOf" srcId="{9E44B607-D3A5-4116-8467-58D8EDE3046A}" destId="{78EA10CA-1646-44E7-8D15-44E55B12A9A8}" srcOrd="0" destOrd="0" presId="urn:microsoft.com/office/officeart/2016/7/layout/LinearBlockProcessNumbered"/>
    <dgm:cxn modelId="{484FC8E3-A8D0-427B-90DE-C2672718F0FB}" type="presParOf" srcId="{9E44B607-D3A5-4116-8467-58D8EDE3046A}" destId="{305B8650-85C7-403E-B2EA-A85847C438F4}" srcOrd="1" destOrd="0" presId="urn:microsoft.com/office/officeart/2016/7/layout/LinearBlockProcessNumbered"/>
    <dgm:cxn modelId="{22DEC7F5-37CC-4643-8BED-E5C17A1A4D56}" type="presParOf" srcId="{9E44B607-D3A5-4116-8467-58D8EDE3046A}" destId="{842EFF28-3206-409A-9A76-5E18B6FACDE3}" srcOrd="2" destOrd="0" presId="urn:microsoft.com/office/officeart/2016/7/layout/LinearBlockProcessNumbered"/>
    <dgm:cxn modelId="{D58BC18D-2146-49CA-BFD2-21D998A2AB6E}" type="presParOf" srcId="{8E999ADA-B53D-4629-9571-B9F6B479662C}" destId="{828D9F04-3551-4178-ADCF-4780B0ECBD45}" srcOrd="1" destOrd="0" presId="urn:microsoft.com/office/officeart/2016/7/layout/LinearBlockProcessNumbered"/>
    <dgm:cxn modelId="{A5588B7E-C9F3-4CB5-8CBD-6D4DFA328B83}" type="presParOf" srcId="{8E999ADA-B53D-4629-9571-B9F6B479662C}" destId="{D863FDA6-90FF-4577-A884-66F350A4EBA3}" srcOrd="2" destOrd="0" presId="urn:microsoft.com/office/officeart/2016/7/layout/LinearBlockProcessNumbered"/>
    <dgm:cxn modelId="{BBA2C974-6C07-454E-94FD-86601F42C6B8}" type="presParOf" srcId="{D863FDA6-90FF-4577-A884-66F350A4EBA3}" destId="{53F367B5-1F46-4E59-BC71-7227531F8BDF}" srcOrd="0" destOrd="0" presId="urn:microsoft.com/office/officeart/2016/7/layout/LinearBlockProcessNumbered"/>
    <dgm:cxn modelId="{682446AF-308A-4F95-AEC3-3318CB696129}" type="presParOf" srcId="{D863FDA6-90FF-4577-A884-66F350A4EBA3}" destId="{8880AD01-05D8-44FF-B742-E2CE2C4206CC}" srcOrd="1" destOrd="0" presId="urn:microsoft.com/office/officeart/2016/7/layout/LinearBlockProcessNumbered"/>
    <dgm:cxn modelId="{A34F3CAD-1CFE-4C73-889D-43FBE708A798}" type="presParOf" srcId="{D863FDA6-90FF-4577-A884-66F350A4EBA3}" destId="{639D60DD-9B30-4845-A1AD-8464C9E35964}" srcOrd="2" destOrd="0" presId="urn:microsoft.com/office/officeart/2016/7/layout/LinearBlockProcessNumbered"/>
    <dgm:cxn modelId="{63AAA04F-31B3-418C-83DC-65CFFABC440B}" type="presParOf" srcId="{8E999ADA-B53D-4629-9571-B9F6B479662C}" destId="{314BA81B-29FB-4B4A-8D76-A8EBA704FAD8}" srcOrd="3" destOrd="0" presId="urn:microsoft.com/office/officeart/2016/7/layout/LinearBlockProcessNumbered"/>
    <dgm:cxn modelId="{469C922F-D7B2-463C-96E6-2691919FCF7D}" type="presParOf" srcId="{8E999ADA-B53D-4629-9571-B9F6B479662C}" destId="{4469D92E-CD7C-4586-88AF-7930D19EDBF1}" srcOrd="4" destOrd="0" presId="urn:microsoft.com/office/officeart/2016/7/layout/LinearBlockProcessNumbered"/>
    <dgm:cxn modelId="{678E873E-B02D-450A-9375-369EA2152FCB}" type="presParOf" srcId="{4469D92E-CD7C-4586-88AF-7930D19EDBF1}" destId="{847C3DAD-25D0-4B31-B706-2354CE376B6B}" srcOrd="0" destOrd="0" presId="urn:microsoft.com/office/officeart/2016/7/layout/LinearBlockProcessNumbered"/>
    <dgm:cxn modelId="{61A221B6-336C-462F-9650-6E044437D7ED}" type="presParOf" srcId="{4469D92E-CD7C-4586-88AF-7930D19EDBF1}" destId="{82171925-0F16-4896-9736-588A8C5D89D7}" srcOrd="1" destOrd="0" presId="urn:microsoft.com/office/officeart/2016/7/layout/LinearBlockProcessNumbered"/>
    <dgm:cxn modelId="{EA8C0EC9-88DF-4262-9ADC-33B281197F9A}" type="presParOf" srcId="{4469D92E-CD7C-4586-88AF-7930D19EDBF1}" destId="{BD949421-5B61-499C-9B75-D23CFECEF069}" srcOrd="2" destOrd="0" presId="urn:microsoft.com/office/officeart/2016/7/layout/LinearBlockProcessNumbered"/>
    <dgm:cxn modelId="{C2F061BE-36B8-4523-960F-C434ED3E9A80}" type="presParOf" srcId="{8E999ADA-B53D-4629-9571-B9F6B479662C}" destId="{9CCFC1BE-9EB2-4B52-918B-40837E355DFB}" srcOrd="5" destOrd="0" presId="urn:microsoft.com/office/officeart/2016/7/layout/LinearBlockProcessNumbered"/>
    <dgm:cxn modelId="{3AFA694D-E959-4EA4-8F35-495157FBE3F3}" type="presParOf" srcId="{8E999ADA-B53D-4629-9571-B9F6B479662C}" destId="{01DFD762-2418-43CB-A42F-938F34369D3D}" srcOrd="6" destOrd="0" presId="urn:microsoft.com/office/officeart/2016/7/layout/LinearBlockProcessNumbered"/>
    <dgm:cxn modelId="{2BAD47DC-879F-4501-B4A8-967E992394E8}" type="presParOf" srcId="{01DFD762-2418-43CB-A42F-938F34369D3D}" destId="{DB5BEE72-1E86-4629-A91B-42B472B919E1}" srcOrd="0" destOrd="0" presId="urn:microsoft.com/office/officeart/2016/7/layout/LinearBlockProcessNumbered"/>
    <dgm:cxn modelId="{C98D8AA8-B498-4735-9412-329FDC6AA182}" type="presParOf" srcId="{01DFD762-2418-43CB-A42F-938F34369D3D}" destId="{82901BFE-1A56-4751-BA1D-A12B60737A62}" srcOrd="1" destOrd="0" presId="urn:microsoft.com/office/officeart/2016/7/layout/LinearBlockProcessNumbered"/>
    <dgm:cxn modelId="{2CB2AF48-65CA-408F-BAC2-67D7FFD7D372}" type="presParOf" srcId="{01DFD762-2418-43CB-A42F-938F34369D3D}" destId="{E51D153C-3E77-4C3F-AA76-489876148FED}" srcOrd="2" destOrd="0" presId="urn:microsoft.com/office/officeart/2016/7/layout/LinearBlockProcessNumbered"/>
    <dgm:cxn modelId="{34CA02A1-8EB6-4AB2-9BBF-FB5121FEDA88}" type="presParOf" srcId="{8E999ADA-B53D-4629-9571-B9F6B479662C}" destId="{6D94BB66-D7CB-40F2-B772-7610A5663F97}" srcOrd="7" destOrd="0" presId="urn:microsoft.com/office/officeart/2016/7/layout/LinearBlockProcessNumbered"/>
    <dgm:cxn modelId="{6BBC907B-9A97-47DE-8CB4-2A4DC978231C}" type="presParOf" srcId="{8E999ADA-B53D-4629-9571-B9F6B479662C}" destId="{931A6F83-59ED-41EF-A58F-6A6F6585A7B5}" srcOrd="8" destOrd="0" presId="urn:microsoft.com/office/officeart/2016/7/layout/LinearBlockProcessNumbered"/>
    <dgm:cxn modelId="{F5585269-048E-4A50-88D9-E63050E2898A}" type="presParOf" srcId="{931A6F83-59ED-41EF-A58F-6A6F6585A7B5}" destId="{6523C2B7-C27A-47B5-B294-66CBBA6960A8}" srcOrd="0" destOrd="0" presId="urn:microsoft.com/office/officeart/2016/7/layout/LinearBlockProcessNumbered"/>
    <dgm:cxn modelId="{89416BCD-5CCF-435F-B107-7116E32F745B}" type="presParOf" srcId="{931A6F83-59ED-41EF-A58F-6A6F6585A7B5}" destId="{542F042C-0573-40C6-806C-F0E627E73DD1}" srcOrd="1" destOrd="0" presId="urn:microsoft.com/office/officeart/2016/7/layout/LinearBlockProcessNumbered"/>
    <dgm:cxn modelId="{36E16D6F-C8F2-4C18-A5F9-B59D5FA04E13}" type="presParOf" srcId="{931A6F83-59ED-41EF-A58F-6A6F6585A7B5}" destId="{8B42D7B9-87EC-4A78-A838-48488DB8656C}" srcOrd="2" destOrd="0" presId="urn:microsoft.com/office/officeart/2016/7/layout/LinearBlockProcessNumbered"/>
    <dgm:cxn modelId="{069D56CD-9254-41DB-99E9-7B045162A7B6}" type="presParOf" srcId="{8E999ADA-B53D-4629-9571-B9F6B479662C}" destId="{7DAE7471-3730-4B6C-BFCB-0ED63CEC7AA0}" srcOrd="9" destOrd="0" presId="urn:microsoft.com/office/officeart/2016/7/layout/LinearBlockProcessNumbered"/>
    <dgm:cxn modelId="{CA79611A-EA41-45F5-8327-961139AEAA7F}" type="presParOf" srcId="{8E999ADA-B53D-4629-9571-B9F6B479662C}" destId="{773726EF-851C-4B23-82AC-9576901F9B02}" srcOrd="10" destOrd="0" presId="urn:microsoft.com/office/officeart/2016/7/layout/LinearBlockProcessNumbered"/>
    <dgm:cxn modelId="{D49A9BBA-417E-416A-B90C-BFF6A95E1CE9}" type="presParOf" srcId="{773726EF-851C-4B23-82AC-9576901F9B02}" destId="{ABDDAC30-BD0F-43E0-A746-2CBF27C86DE8}" srcOrd="0" destOrd="0" presId="urn:microsoft.com/office/officeart/2016/7/layout/LinearBlockProcessNumbered"/>
    <dgm:cxn modelId="{DD56C40E-DD48-4C57-B899-6287005CD636}" type="presParOf" srcId="{773726EF-851C-4B23-82AC-9576901F9B02}" destId="{3C88B13A-43FC-4962-BDAA-B1352F985DE6}" srcOrd="1" destOrd="0" presId="urn:microsoft.com/office/officeart/2016/7/layout/LinearBlockProcessNumbered"/>
    <dgm:cxn modelId="{335968F2-CB5E-4A4D-9484-CEEBE71D459B}" type="presParOf" srcId="{773726EF-851C-4B23-82AC-9576901F9B02}" destId="{4B95EB90-21DB-42E2-AF8A-E1B91474AA3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045D1C-5DE3-4183-9BC3-FCC5E408F337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C47213-1AEC-4FF4-987E-792C3A537873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F39455-4C6A-4FDB-B5ED-227705147F19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VM Kali: Attaque (10.74.0.71)</a:t>
          </a:r>
          <a:endParaRPr lang="en-US" sz="2500" kern="1200"/>
        </a:p>
      </dsp:txBody>
      <dsp:txXfrm>
        <a:off x="1435590" y="531"/>
        <a:ext cx="9080009" cy="1242935"/>
      </dsp:txXfrm>
    </dsp:sp>
    <dsp:sp modelId="{66448657-7A4F-45A0-8C9D-21DCBB4DEDDD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A64CE4-5B2E-400D-8E6D-5F3CD0885468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214E49-A6C8-4806-B790-63A68769BE81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Conteneur Debian: Cible (10.74.1.65)</a:t>
          </a:r>
          <a:endParaRPr lang="en-US" sz="2500" kern="1200"/>
        </a:p>
      </dsp:txBody>
      <dsp:txXfrm>
        <a:off x="1435590" y="1554201"/>
        <a:ext cx="9080009" cy="1242935"/>
      </dsp:txXfrm>
    </dsp:sp>
    <dsp:sp modelId="{6FF5D036-1CF3-4393-A23F-2F5D39B00521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18F41C-3B35-4ACD-AAF7-249652FBCA6E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AF470-5D1D-48B4-A06E-BE90A87087AA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VM Windows (10.74.0.87)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72882-9B4D-463F-A1D0-9D25C8727A4C}">
      <dsp:nvSpPr>
        <dsp:cNvPr id="0" name=""/>
        <dsp:cNvSpPr/>
      </dsp:nvSpPr>
      <dsp:spPr>
        <a:xfrm>
          <a:off x="0" y="0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Analyse de l’hôte 10.74.1.65</a:t>
          </a:r>
          <a:endParaRPr lang="en-US" sz="2400" kern="1200"/>
        </a:p>
      </dsp:txBody>
      <dsp:txXfrm>
        <a:off x="19451" y="19451"/>
        <a:ext cx="7620120" cy="625190"/>
      </dsp:txXfrm>
    </dsp:sp>
    <dsp:sp modelId="{EBF7F96E-B449-4679-BCEB-0796DFD621E1}">
      <dsp:nvSpPr>
        <dsp:cNvPr id="0" name=""/>
        <dsp:cNvSpPr/>
      </dsp:nvSpPr>
      <dsp:spPr>
        <a:xfrm>
          <a:off x="628350" y="756328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Scan Nmap + analyse des services</a:t>
          </a:r>
          <a:endParaRPr lang="en-US" sz="2400" kern="1200"/>
        </a:p>
      </dsp:txBody>
      <dsp:txXfrm>
        <a:off x="647801" y="775779"/>
        <a:ext cx="7315515" cy="625190"/>
      </dsp:txXfrm>
    </dsp:sp>
    <dsp:sp modelId="{D3D92159-9C6D-43FF-A108-75E6EFA3495E}">
      <dsp:nvSpPr>
        <dsp:cNvPr id="0" name=""/>
        <dsp:cNvSpPr/>
      </dsp:nvSpPr>
      <dsp:spPr>
        <a:xfrm>
          <a:off x="1256700" y="1512656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Identification des vulnérabilités</a:t>
          </a:r>
          <a:endParaRPr lang="en-US" sz="2400" kern="1200"/>
        </a:p>
      </dsp:txBody>
      <dsp:txXfrm>
        <a:off x="1276151" y="1532107"/>
        <a:ext cx="7315515" cy="625190"/>
      </dsp:txXfrm>
    </dsp:sp>
    <dsp:sp modelId="{57740562-AF80-465A-AFAA-15BAE967AA7B}">
      <dsp:nvSpPr>
        <dsp:cNvPr id="0" name=""/>
        <dsp:cNvSpPr/>
      </dsp:nvSpPr>
      <dsp:spPr>
        <a:xfrm>
          <a:off x="1885050" y="2268984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Verification applicative</a:t>
          </a:r>
          <a:endParaRPr lang="en-US" sz="2400" kern="1200"/>
        </a:p>
      </dsp:txBody>
      <dsp:txXfrm>
        <a:off x="1904501" y="2288435"/>
        <a:ext cx="7315515" cy="625190"/>
      </dsp:txXfrm>
    </dsp:sp>
    <dsp:sp modelId="{002190F2-B9F8-4CD4-A566-82BF2729CC58}">
      <dsp:nvSpPr>
        <dsp:cNvPr id="0" name=""/>
        <dsp:cNvSpPr/>
      </dsp:nvSpPr>
      <dsp:spPr>
        <a:xfrm>
          <a:off x="2513400" y="3025312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Objectif: détecter, analyser et documenter les risques</a:t>
          </a:r>
          <a:endParaRPr lang="en-US" sz="2400" kern="1200"/>
        </a:p>
      </dsp:txBody>
      <dsp:txXfrm>
        <a:off x="2532851" y="3044763"/>
        <a:ext cx="7315515" cy="625190"/>
      </dsp:txXfrm>
    </dsp:sp>
    <dsp:sp modelId="{F88D9528-41CD-490E-A78D-757E9788D5B7}">
      <dsp:nvSpPr>
        <dsp:cNvPr id="0" name=""/>
        <dsp:cNvSpPr/>
      </dsp:nvSpPr>
      <dsp:spPr>
        <a:xfrm>
          <a:off x="7982767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079890" y="485156"/>
        <a:ext cx="237414" cy="324824"/>
      </dsp:txXfrm>
    </dsp:sp>
    <dsp:sp modelId="{3E9EA834-F214-41EA-ABD7-074F48E5122D}">
      <dsp:nvSpPr>
        <dsp:cNvPr id="0" name=""/>
        <dsp:cNvSpPr/>
      </dsp:nvSpPr>
      <dsp:spPr>
        <a:xfrm>
          <a:off x="8611118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708241" y="1241484"/>
        <a:ext cx="237414" cy="324824"/>
      </dsp:txXfrm>
    </dsp:sp>
    <dsp:sp modelId="{CEE85978-C0D3-44C8-A60B-B8EFCE604C61}">
      <dsp:nvSpPr>
        <dsp:cNvPr id="0" name=""/>
        <dsp:cNvSpPr/>
      </dsp:nvSpPr>
      <dsp:spPr>
        <a:xfrm>
          <a:off x="9239468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336591" y="1986744"/>
        <a:ext cx="237414" cy="324824"/>
      </dsp:txXfrm>
    </dsp:sp>
    <dsp:sp modelId="{4E703279-BDBD-47A1-BA66-DF6209A22C45}">
      <dsp:nvSpPr>
        <dsp:cNvPr id="0" name=""/>
        <dsp:cNvSpPr/>
      </dsp:nvSpPr>
      <dsp:spPr>
        <a:xfrm>
          <a:off x="986781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964941" y="2750451"/>
        <a:ext cx="237414" cy="3248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CA9B1D-B99E-4B7C-922C-710C38B17F2F}">
      <dsp:nvSpPr>
        <dsp:cNvPr id="0" name=""/>
        <dsp:cNvSpPr/>
      </dsp:nvSpPr>
      <dsp:spPr>
        <a:xfrm>
          <a:off x="0" y="4150553"/>
          <a:ext cx="6364224" cy="13623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b="1" i="0" kern="1200" baseline="0"/>
            <a:t>IDOR confirmé</a:t>
          </a:r>
          <a:endParaRPr lang="en-US" sz="3000" kern="1200"/>
        </a:p>
      </dsp:txBody>
      <dsp:txXfrm>
        <a:off x="0" y="4150553"/>
        <a:ext cx="6364224" cy="1362304"/>
      </dsp:txXfrm>
    </dsp:sp>
    <dsp:sp modelId="{212BB1A2-E743-49BC-9AFA-8072904D2139}">
      <dsp:nvSpPr>
        <dsp:cNvPr id="0" name=""/>
        <dsp:cNvSpPr/>
      </dsp:nvSpPr>
      <dsp:spPr>
        <a:xfrm rot="10800000">
          <a:off x="0" y="2075763"/>
          <a:ext cx="6364224" cy="2095223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b="0" i="0" kern="1200" baseline="0"/>
            <a:t>Mais </a:t>
          </a:r>
          <a:r>
            <a:rPr lang="fr-FR" sz="3000" b="1" i="0" kern="1200" baseline="0"/>
            <a:t>en entrant l’URL manuellement</a:t>
          </a:r>
          <a:r>
            <a:rPr lang="fr-FR" sz="3000" b="0" i="0" kern="1200" baseline="0"/>
            <a:t>, il accède à la page</a:t>
          </a:r>
          <a:endParaRPr lang="en-US" sz="3000" kern="1200"/>
        </a:p>
      </dsp:txBody>
      <dsp:txXfrm rot="10800000">
        <a:off x="0" y="2075763"/>
        <a:ext cx="6364224" cy="1361413"/>
      </dsp:txXfrm>
    </dsp:sp>
    <dsp:sp modelId="{DC1C43AE-3F14-4AB7-9561-F787802D8439}">
      <dsp:nvSpPr>
        <dsp:cNvPr id="0" name=""/>
        <dsp:cNvSpPr/>
      </dsp:nvSpPr>
      <dsp:spPr>
        <a:xfrm rot="10800000">
          <a:off x="0" y="974"/>
          <a:ext cx="6364224" cy="2095223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b="0" i="0" kern="1200" baseline="0"/>
            <a:t>L’utilisateur simple </a:t>
          </a:r>
          <a:r>
            <a:rPr lang="fr-FR" sz="3000" b="1" i="0" kern="1200" baseline="0"/>
            <a:t>ne voit pas</a:t>
          </a:r>
          <a:r>
            <a:rPr lang="fr-FR" sz="3000" b="0" i="0" kern="1200" baseline="0"/>
            <a:t> le menu “Authorization Bypass”</a:t>
          </a:r>
          <a:endParaRPr lang="en-US" sz="3000" kern="1200"/>
        </a:p>
      </dsp:txBody>
      <dsp:txXfrm rot="10800000">
        <a:off x="0" y="974"/>
        <a:ext cx="6364224" cy="13614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7E7C97-D509-4329-A608-5E59F10DD5EA}">
      <dsp:nvSpPr>
        <dsp:cNvPr id="0" name=""/>
        <dsp:cNvSpPr/>
      </dsp:nvSpPr>
      <dsp:spPr>
        <a:xfrm>
          <a:off x="0" y="5291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2409AD-D06E-436D-B3F3-D5013025F8F9}">
      <dsp:nvSpPr>
        <dsp:cNvPr id="0" name=""/>
        <dsp:cNvSpPr/>
      </dsp:nvSpPr>
      <dsp:spPr>
        <a:xfrm>
          <a:off x="333341" y="86359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/>
            <a:t>SQL corrigé</a:t>
          </a:r>
          <a:endParaRPr lang="en-US" sz="3000" kern="1200"/>
        </a:p>
      </dsp:txBody>
      <dsp:txXfrm>
        <a:off x="376572" y="129590"/>
        <a:ext cx="4580321" cy="799138"/>
      </dsp:txXfrm>
    </dsp:sp>
    <dsp:sp modelId="{9F951021-2266-49DF-B0DE-79A3B3C18D35}">
      <dsp:nvSpPr>
        <dsp:cNvPr id="0" name=""/>
        <dsp:cNvSpPr/>
      </dsp:nvSpPr>
      <dsp:spPr>
        <a:xfrm>
          <a:off x="0" y="18899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4CAFD-5CBE-4D8A-A05A-7D92CBDFC119}">
      <dsp:nvSpPr>
        <dsp:cNvPr id="0" name=""/>
        <dsp:cNvSpPr/>
      </dsp:nvSpPr>
      <dsp:spPr>
        <a:xfrm>
          <a:off x="333341" y="1447159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/>
            <a:t>XSS corrigé</a:t>
          </a:r>
          <a:endParaRPr lang="en-US" sz="3000" kern="1200"/>
        </a:p>
      </dsp:txBody>
      <dsp:txXfrm>
        <a:off x="376572" y="1490390"/>
        <a:ext cx="4580321" cy="799138"/>
      </dsp:txXfrm>
    </dsp:sp>
    <dsp:sp modelId="{051EFF0B-A952-4E3A-B290-CAEFEE053B04}">
      <dsp:nvSpPr>
        <dsp:cNvPr id="0" name=""/>
        <dsp:cNvSpPr/>
      </dsp:nvSpPr>
      <dsp:spPr>
        <a:xfrm>
          <a:off x="0" y="32507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FBFFAC-E494-4F1B-9EDD-09622F193872}">
      <dsp:nvSpPr>
        <dsp:cNvPr id="0" name=""/>
        <dsp:cNvSpPr/>
      </dsp:nvSpPr>
      <dsp:spPr>
        <a:xfrm>
          <a:off x="333341" y="2807959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Header Ajoutés</a:t>
          </a:r>
          <a:endParaRPr lang="en-US" sz="3000" kern="1200" dirty="0"/>
        </a:p>
      </dsp:txBody>
      <dsp:txXfrm>
        <a:off x="376572" y="2851190"/>
        <a:ext cx="4580321" cy="799138"/>
      </dsp:txXfrm>
    </dsp:sp>
    <dsp:sp modelId="{AF2BA305-FDB4-4A03-9F59-F066E39AB716}">
      <dsp:nvSpPr>
        <dsp:cNvPr id="0" name=""/>
        <dsp:cNvSpPr/>
      </dsp:nvSpPr>
      <dsp:spPr>
        <a:xfrm>
          <a:off x="0" y="4611560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7AC7AE-909D-474F-B5BD-5043640BC6E0}">
      <dsp:nvSpPr>
        <dsp:cNvPr id="0" name=""/>
        <dsp:cNvSpPr/>
      </dsp:nvSpPr>
      <dsp:spPr>
        <a:xfrm>
          <a:off x="333341" y="4168760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/>
            <a:t>Application robuste</a:t>
          </a:r>
          <a:endParaRPr lang="en-US" sz="3000" kern="1200"/>
        </a:p>
      </dsp:txBody>
      <dsp:txXfrm>
        <a:off x="376572" y="4211991"/>
        <a:ext cx="4580321" cy="7991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3A9B0F-7F6F-4D1A-8164-0796A3431E9B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F1405-C11A-4BCD-A378-6CCA828A2891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Sécurisation du système Linux</a:t>
          </a:r>
          <a:endParaRPr lang="en-US" sz="2500" kern="1200"/>
        </a:p>
      </dsp:txBody>
      <dsp:txXfrm>
        <a:off x="765914" y="2943510"/>
        <a:ext cx="4320000" cy="720000"/>
      </dsp:txXfrm>
    </dsp:sp>
    <dsp:sp modelId="{A090CA19-A783-408A-B05B-974F2FE12CA1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5469A-5CBC-47AE-B706-B37A1A783A0C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Objectif: réduire la surface d’attaque</a:t>
          </a:r>
          <a:endParaRPr lang="en-US" sz="2500" kern="1200"/>
        </a:p>
      </dsp:txBody>
      <dsp:txXfrm>
        <a:off x="5841914" y="2943510"/>
        <a:ext cx="432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30644F-AAA1-4644-A28F-106670875C5F}">
      <dsp:nvSpPr>
        <dsp:cNvPr id="0" name=""/>
        <dsp:cNvSpPr/>
      </dsp:nvSpPr>
      <dsp:spPr>
        <a:xfrm>
          <a:off x="0" y="3156146"/>
          <a:ext cx="10927829" cy="103591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Conclusion: Le système est durci, mais nécessite une surveillance continue.</a:t>
          </a:r>
          <a:endParaRPr lang="en-US" sz="1900" kern="1200"/>
        </a:p>
      </dsp:txBody>
      <dsp:txXfrm>
        <a:off x="0" y="3156146"/>
        <a:ext cx="10927829" cy="1035917"/>
      </dsp:txXfrm>
    </dsp:sp>
    <dsp:sp modelId="{CB7F4C7A-86B6-40A6-9A15-A87FC323679A}">
      <dsp:nvSpPr>
        <dsp:cNvPr id="0" name=""/>
        <dsp:cNvSpPr/>
      </dsp:nvSpPr>
      <dsp:spPr>
        <a:xfrm rot="10800000">
          <a:off x="0" y="1578443"/>
          <a:ext cx="10927829" cy="1593241"/>
        </a:xfrm>
        <a:prstGeom prst="upArrowCallou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Ce qui reste à surveiller:</a:t>
          </a:r>
          <a:endParaRPr lang="en-US" sz="1900" kern="1200"/>
        </a:p>
      </dsp:txBody>
      <dsp:txXfrm rot="-10800000">
        <a:off x="0" y="1578443"/>
        <a:ext cx="10927829" cy="559227"/>
      </dsp:txXfrm>
    </dsp:sp>
    <dsp:sp modelId="{F152C9BB-E6D7-481D-A30F-620B1A418ECD}">
      <dsp:nvSpPr>
        <dsp:cNvPr id="0" name=""/>
        <dsp:cNvSpPr/>
      </dsp:nvSpPr>
      <dsp:spPr>
        <a:xfrm>
          <a:off x="5335" y="2137671"/>
          <a:ext cx="3639052" cy="47637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Mise à jour régulières (apt upgrade)</a:t>
          </a:r>
          <a:endParaRPr lang="en-US" sz="1600" kern="1200"/>
        </a:p>
      </dsp:txBody>
      <dsp:txXfrm>
        <a:off x="5335" y="2137671"/>
        <a:ext cx="3639052" cy="476379"/>
      </dsp:txXfrm>
    </dsp:sp>
    <dsp:sp modelId="{8CC8B0C4-9087-430C-B14F-A2BFE1A96D21}">
      <dsp:nvSpPr>
        <dsp:cNvPr id="0" name=""/>
        <dsp:cNvSpPr/>
      </dsp:nvSpPr>
      <dsp:spPr>
        <a:xfrm>
          <a:off x="3644388" y="2137671"/>
          <a:ext cx="3639052" cy="476379"/>
        </a:xfrm>
        <a:prstGeom prst="rect">
          <a:avLst/>
        </a:prstGeom>
        <a:solidFill>
          <a:schemeClr val="accent2">
            <a:tint val="40000"/>
            <a:alpha val="90000"/>
            <a:hueOff val="1346944"/>
            <a:satOff val="-12446"/>
            <a:lumOff val="-140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346944"/>
              <a:satOff val="-12446"/>
              <a:lumOff val="-14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Surveillance des logs </a:t>
          </a:r>
          <a:endParaRPr lang="en-US" sz="1600" kern="1200"/>
        </a:p>
      </dsp:txBody>
      <dsp:txXfrm>
        <a:off x="3644388" y="2137671"/>
        <a:ext cx="3639052" cy="476379"/>
      </dsp:txXfrm>
    </dsp:sp>
    <dsp:sp modelId="{E6BDD104-CDCA-47DC-BAC2-609CC411EFAD}">
      <dsp:nvSpPr>
        <dsp:cNvPr id="0" name=""/>
        <dsp:cNvSpPr/>
      </dsp:nvSpPr>
      <dsp:spPr>
        <a:xfrm>
          <a:off x="7283440" y="2137671"/>
          <a:ext cx="3639052" cy="476379"/>
        </a:xfrm>
        <a:prstGeom prst="rect">
          <a:avLst/>
        </a:prstGeom>
        <a:solidFill>
          <a:schemeClr val="accent2">
            <a:tint val="40000"/>
            <a:alpha val="90000"/>
            <a:hueOff val="2693887"/>
            <a:satOff val="-24893"/>
            <a:lumOff val="-280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693887"/>
              <a:satOff val="-24893"/>
              <a:lumOff val="-28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Vérification régulière des fichiers SUID</a:t>
          </a:r>
          <a:endParaRPr lang="en-US" sz="1600" kern="1200"/>
        </a:p>
      </dsp:txBody>
      <dsp:txXfrm>
        <a:off x="7283440" y="2137671"/>
        <a:ext cx="3639052" cy="476379"/>
      </dsp:txXfrm>
    </dsp:sp>
    <dsp:sp modelId="{67C857A1-C5BA-45C6-9BF4-E51D10A715D5}">
      <dsp:nvSpPr>
        <dsp:cNvPr id="0" name=""/>
        <dsp:cNvSpPr/>
      </dsp:nvSpPr>
      <dsp:spPr>
        <a:xfrm rot="10800000">
          <a:off x="0" y="741"/>
          <a:ext cx="10927829" cy="1593241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Ce qui a été corrigé:</a:t>
          </a:r>
          <a:endParaRPr lang="en-US" sz="1900" kern="1200"/>
        </a:p>
      </dsp:txBody>
      <dsp:txXfrm rot="-10800000">
        <a:off x="0" y="741"/>
        <a:ext cx="10927829" cy="559227"/>
      </dsp:txXfrm>
    </dsp:sp>
    <dsp:sp modelId="{5AC17599-0A66-4DC6-AB06-49CB5B8CEE81}">
      <dsp:nvSpPr>
        <dsp:cNvPr id="0" name=""/>
        <dsp:cNvSpPr/>
      </dsp:nvSpPr>
      <dsp:spPr>
        <a:xfrm>
          <a:off x="5335" y="559968"/>
          <a:ext cx="3639052" cy="476379"/>
        </a:xfrm>
        <a:prstGeom prst="rect">
          <a:avLst/>
        </a:prstGeom>
        <a:solidFill>
          <a:schemeClr val="accent2">
            <a:tint val="40000"/>
            <a:alpha val="90000"/>
            <a:hueOff val="4040831"/>
            <a:satOff val="-37339"/>
            <a:lumOff val="-420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040831"/>
              <a:satOff val="-37339"/>
              <a:lumOff val="-42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SSH sécurisé</a:t>
          </a:r>
          <a:endParaRPr lang="en-US" sz="1600" kern="1200"/>
        </a:p>
      </dsp:txBody>
      <dsp:txXfrm>
        <a:off x="5335" y="559968"/>
        <a:ext cx="3639052" cy="476379"/>
      </dsp:txXfrm>
    </dsp:sp>
    <dsp:sp modelId="{BBDC7B5C-229B-460D-A9E9-A3EC9A8DAB57}">
      <dsp:nvSpPr>
        <dsp:cNvPr id="0" name=""/>
        <dsp:cNvSpPr/>
      </dsp:nvSpPr>
      <dsp:spPr>
        <a:xfrm>
          <a:off x="3644388" y="559968"/>
          <a:ext cx="3639052" cy="476379"/>
        </a:xfrm>
        <a:prstGeom prst="rect">
          <a:avLst/>
        </a:prstGeom>
        <a:solidFill>
          <a:schemeClr val="accent2">
            <a:tint val="40000"/>
            <a:alpha val="90000"/>
            <a:hueOff val="5387775"/>
            <a:satOff val="-49786"/>
            <a:lumOff val="-561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387775"/>
              <a:satOff val="-49786"/>
              <a:lumOff val="-56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Firewall actif et restrictif</a:t>
          </a:r>
          <a:endParaRPr lang="en-US" sz="1600" kern="1200"/>
        </a:p>
      </dsp:txBody>
      <dsp:txXfrm>
        <a:off x="3644388" y="559968"/>
        <a:ext cx="3639052" cy="476379"/>
      </dsp:txXfrm>
    </dsp:sp>
    <dsp:sp modelId="{56069E3F-B1FB-4DDB-8713-9C8DAA883DB9}">
      <dsp:nvSpPr>
        <dsp:cNvPr id="0" name=""/>
        <dsp:cNvSpPr/>
      </dsp:nvSpPr>
      <dsp:spPr>
        <a:xfrm>
          <a:off x="7283440" y="559968"/>
          <a:ext cx="3639052" cy="476379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Permissions /etc/shadow renforcées</a:t>
          </a:r>
          <a:endParaRPr lang="en-US" sz="1600" kern="1200"/>
        </a:p>
      </dsp:txBody>
      <dsp:txXfrm>
        <a:off x="7283440" y="559968"/>
        <a:ext cx="3639052" cy="47637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EA10CA-1646-44E7-8D15-44E55B12A9A8}">
      <dsp:nvSpPr>
        <dsp:cNvPr id="0" name=""/>
        <dsp:cNvSpPr/>
      </dsp:nvSpPr>
      <dsp:spPr>
        <a:xfrm>
          <a:off x="0" y="820218"/>
          <a:ext cx="1707473" cy="2048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660" tIns="0" rIns="16866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baseline="0"/>
            <a:t>Renforcer la sécurité d’un domaine Active Directory</a:t>
          </a:r>
          <a:endParaRPr lang="en-US" sz="1400" kern="1200"/>
        </a:p>
      </dsp:txBody>
      <dsp:txXfrm>
        <a:off x="0" y="1639805"/>
        <a:ext cx="1707473" cy="1229380"/>
      </dsp:txXfrm>
    </dsp:sp>
    <dsp:sp modelId="{305B8650-85C7-403E-B2EA-A85847C438F4}">
      <dsp:nvSpPr>
        <dsp:cNvPr id="0" name=""/>
        <dsp:cNvSpPr/>
      </dsp:nvSpPr>
      <dsp:spPr>
        <a:xfrm>
          <a:off x="0" y="820218"/>
          <a:ext cx="1707473" cy="81958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660" tIns="165100" rIns="168660" bIns="16510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01</a:t>
          </a:r>
        </a:p>
      </dsp:txBody>
      <dsp:txXfrm>
        <a:off x="0" y="820218"/>
        <a:ext cx="1707473" cy="819587"/>
      </dsp:txXfrm>
    </dsp:sp>
    <dsp:sp modelId="{53F367B5-1F46-4E59-BC71-7227531F8BDF}">
      <dsp:nvSpPr>
        <dsp:cNvPr id="0" name=""/>
        <dsp:cNvSpPr/>
      </dsp:nvSpPr>
      <dsp:spPr>
        <a:xfrm>
          <a:off x="1844071" y="820218"/>
          <a:ext cx="1707473" cy="2048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660" tIns="0" rIns="16866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baseline="0"/>
            <a:t>Appliquer des GPO de durcissement</a:t>
          </a:r>
          <a:endParaRPr lang="en-US" sz="1400" kern="1200"/>
        </a:p>
      </dsp:txBody>
      <dsp:txXfrm>
        <a:off x="1844071" y="1639805"/>
        <a:ext cx="1707473" cy="1229380"/>
      </dsp:txXfrm>
    </dsp:sp>
    <dsp:sp modelId="{8880AD01-05D8-44FF-B742-E2CE2C4206CC}">
      <dsp:nvSpPr>
        <dsp:cNvPr id="0" name=""/>
        <dsp:cNvSpPr/>
      </dsp:nvSpPr>
      <dsp:spPr>
        <a:xfrm>
          <a:off x="1844071" y="820218"/>
          <a:ext cx="1707473" cy="81958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660" tIns="165100" rIns="168660" bIns="16510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02</a:t>
          </a:r>
        </a:p>
      </dsp:txBody>
      <dsp:txXfrm>
        <a:off x="1844071" y="820218"/>
        <a:ext cx="1707473" cy="819587"/>
      </dsp:txXfrm>
    </dsp:sp>
    <dsp:sp modelId="{847C3DAD-25D0-4B31-B706-2354CE376B6B}">
      <dsp:nvSpPr>
        <dsp:cNvPr id="0" name=""/>
        <dsp:cNvSpPr/>
      </dsp:nvSpPr>
      <dsp:spPr>
        <a:xfrm>
          <a:off x="3688142" y="820218"/>
          <a:ext cx="1707473" cy="2048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660" tIns="0" rIns="16866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baseline="0"/>
            <a:t>Détecter les comptes inactifs</a:t>
          </a:r>
          <a:endParaRPr lang="en-US" sz="1400" kern="1200"/>
        </a:p>
      </dsp:txBody>
      <dsp:txXfrm>
        <a:off x="3688142" y="1639805"/>
        <a:ext cx="1707473" cy="1229380"/>
      </dsp:txXfrm>
    </dsp:sp>
    <dsp:sp modelId="{82171925-0F16-4896-9736-588A8C5D89D7}">
      <dsp:nvSpPr>
        <dsp:cNvPr id="0" name=""/>
        <dsp:cNvSpPr/>
      </dsp:nvSpPr>
      <dsp:spPr>
        <a:xfrm>
          <a:off x="3688142" y="820218"/>
          <a:ext cx="1707473" cy="81958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660" tIns="165100" rIns="168660" bIns="16510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03</a:t>
          </a:r>
        </a:p>
      </dsp:txBody>
      <dsp:txXfrm>
        <a:off x="3688142" y="820218"/>
        <a:ext cx="1707473" cy="819587"/>
      </dsp:txXfrm>
    </dsp:sp>
    <dsp:sp modelId="{DB5BEE72-1E86-4629-A91B-42B472B919E1}">
      <dsp:nvSpPr>
        <dsp:cNvPr id="0" name=""/>
        <dsp:cNvSpPr/>
      </dsp:nvSpPr>
      <dsp:spPr>
        <a:xfrm>
          <a:off x="5532213" y="820218"/>
          <a:ext cx="1707473" cy="2048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660" tIns="0" rIns="16866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baseline="0"/>
            <a:t>Vérifier les groupes sensibles</a:t>
          </a:r>
          <a:endParaRPr lang="en-US" sz="1400" kern="1200"/>
        </a:p>
      </dsp:txBody>
      <dsp:txXfrm>
        <a:off x="5532213" y="1639805"/>
        <a:ext cx="1707473" cy="1229380"/>
      </dsp:txXfrm>
    </dsp:sp>
    <dsp:sp modelId="{82901BFE-1A56-4751-BA1D-A12B60737A62}">
      <dsp:nvSpPr>
        <dsp:cNvPr id="0" name=""/>
        <dsp:cNvSpPr/>
      </dsp:nvSpPr>
      <dsp:spPr>
        <a:xfrm>
          <a:off x="5532213" y="820218"/>
          <a:ext cx="1707473" cy="81958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660" tIns="165100" rIns="168660" bIns="16510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04</a:t>
          </a:r>
        </a:p>
      </dsp:txBody>
      <dsp:txXfrm>
        <a:off x="5532213" y="820218"/>
        <a:ext cx="1707473" cy="819587"/>
      </dsp:txXfrm>
    </dsp:sp>
    <dsp:sp modelId="{6523C2B7-C27A-47B5-B294-66CBBA6960A8}">
      <dsp:nvSpPr>
        <dsp:cNvPr id="0" name=""/>
        <dsp:cNvSpPr/>
      </dsp:nvSpPr>
      <dsp:spPr>
        <a:xfrm>
          <a:off x="7376284" y="820218"/>
          <a:ext cx="1707473" cy="2048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660" tIns="0" rIns="16866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baseline="0"/>
            <a:t>Désactiver les protocoles obsolètes (SMBv1, NTLMv1)</a:t>
          </a:r>
          <a:endParaRPr lang="en-US" sz="1400" kern="1200"/>
        </a:p>
      </dsp:txBody>
      <dsp:txXfrm>
        <a:off x="7376284" y="1639805"/>
        <a:ext cx="1707473" cy="1229380"/>
      </dsp:txXfrm>
    </dsp:sp>
    <dsp:sp modelId="{542F042C-0573-40C6-806C-F0E627E73DD1}">
      <dsp:nvSpPr>
        <dsp:cNvPr id="0" name=""/>
        <dsp:cNvSpPr/>
      </dsp:nvSpPr>
      <dsp:spPr>
        <a:xfrm>
          <a:off x="7376284" y="820218"/>
          <a:ext cx="1707473" cy="81958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660" tIns="165100" rIns="168660" bIns="16510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05</a:t>
          </a:r>
        </a:p>
      </dsp:txBody>
      <dsp:txXfrm>
        <a:off x="7376284" y="820218"/>
        <a:ext cx="1707473" cy="819587"/>
      </dsp:txXfrm>
    </dsp:sp>
    <dsp:sp modelId="{ABDDAC30-BD0F-43E0-A746-2CBF27C86DE8}">
      <dsp:nvSpPr>
        <dsp:cNvPr id="0" name=""/>
        <dsp:cNvSpPr/>
      </dsp:nvSpPr>
      <dsp:spPr>
        <a:xfrm>
          <a:off x="9220355" y="820218"/>
          <a:ext cx="1707473" cy="2048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660" tIns="0" rIns="16866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baseline="0"/>
            <a:t>Créer un script Bash d’audit automatisé Linux</a:t>
          </a:r>
          <a:endParaRPr lang="en-US" sz="1400" kern="1200"/>
        </a:p>
      </dsp:txBody>
      <dsp:txXfrm>
        <a:off x="9220355" y="1639805"/>
        <a:ext cx="1707473" cy="1229380"/>
      </dsp:txXfrm>
    </dsp:sp>
    <dsp:sp modelId="{3C88B13A-43FC-4962-BDAA-B1352F985DE6}">
      <dsp:nvSpPr>
        <dsp:cNvPr id="0" name=""/>
        <dsp:cNvSpPr/>
      </dsp:nvSpPr>
      <dsp:spPr>
        <a:xfrm>
          <a:off x="9220355" y="820218"/>
          <a:ext cx="1707473" cy="81958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660" tIns="165100" rIns="168660" bIns="16510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06</a:t>
          </a:r>
        </a:p>
      </dsp:txBody>
      <dsp:txXfrm>
        <a:off x="9220355" y="820218"/>
        <a:ext cx="1707473" cy="8195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403B5-45D6-4436-AA64-8120B2E5590A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172C5-614D-43ED-A484-BCD8BA99D2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9419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172C5-614D-43ED-A484-BCD8BA99D2DB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704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CEBBB1-4CF7-4041-E7C4-A1346B7F1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32E776A-83F3-C238-5091-76B3F440E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D935B4-CD2A-B8E1-4B6D-16920BEB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1D6E-2745-45E0-9AE8-0169170222CE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5CB9A2-47E4-DFD3-CCE3-BA24941DF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A8D0AE-0AF3-0AAC-54E2-72C6DC114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FD119-71E2-44E5-BFA2-74D99432B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974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D187D5-0C6E-8C01-276E-7B3BBE9A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EADE05-5CE7-D341-6DE9-61EC4C28B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569E7E-7A9B-7A8A-47F2-1AC81B39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1D6E-2745-45E0-9AE8-0169170222CE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9DC1CC-12B0-9E50-821F-173588981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4C9812-9ABB-6B7F-F96E-992EDD44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FD119-71E2-44E5-BFA2-74D99432B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9368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F73362-0015-DCE6-63E0-6AE7FC537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E0D885-F062-E394-BCEB-409755386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4669FD-8DC0-A17E-F702-96EC5D13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1D6E-2745-45E0-9AE8-0169170222CE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89BB11-70AD-6A0B-9087-E59C74FC2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AF1FEB-9B65-4626-BA32-74CC82CD3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FD119-71E2-44E5-BFA2-74D99432B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317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03FF54-F94E-5FBF-1C4D-543F05664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053EA4-6552-962C-AA4F-7CB407362A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4CE6B7D-51B3-5CB5-1242-9931B091B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9AD6DB6-3428-5212-337B-B8FE8025A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1D6E-2745-45E0-9AE8-0169170222CE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03EF62F-E9B7-0501-6039-02927B48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C29760-B2EA-FB3D-9089-DCBE014D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FD119-71E2-44E5-BFA2-74D99432B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276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66D3A4-591E-9780-917F-A1F27685B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C21F52-B04A-8822-C40B-017AE5C5C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8EA429F-971C-8E11-D4BB-628D7792F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3BC1DD7-CE86-FE8D-1BEF-8DA1D1690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A694A1A-601F-18CA-01EE-147A27A9FE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252131-46D3-07D0-B4B0-B26F7CD1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1D6E-2745-45E0-9AE8-0169170222CE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0B385D-4AC7-061E-DA42-3ADF763E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A22A868-F08D-7843-A23B-4E3C07633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FD119-71E2-44E5-BFA2-74D99432B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860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62E65A-E299-6663-C14E-5EC0F145C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5EA1CA2-0975-C45C-FECD-7A87C3935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1D6E-2745-45E0-9AE8-0169170222CE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693421-1F89-978F-89B0-883355FF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F0C63B-E421-FBE8-6C6D-A9F375430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FD119-71E2-44E5-BFA2-74D99432B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7469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6CC7495-8452-632D-12F8-4D345A7B2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1D6E-2745-45E0-9AE8-0169170222CE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77E6DF2-F98C-B793-0CED-97B2EAE75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B148AD-F652-50E9-06D8-2FBF24F93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FD119-71E2-44E5-BFA2-74D99432B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059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D5793D-ADBC-90B9-A218-5DCB287E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7E3A27-6D8C-FDCE-4F58-0E9E5E8F5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C73479-46FD-F3D8-4C0B-38FA2CB08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F0A89A-CC24-5C35-1B1C-A49DAA7EA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1D6E-2745-45E0-9AE8-0169170222CE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770601D-D28E-8217-73C8-AD7ADC812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F0CD83-E316-BE11-267B-F682C16E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FD119-71E2-44E5-BFA2-74D99432B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6063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7AF906-5017-4ACF-2ECD-A5397C5FC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E54D3C0-A202-DD1A-31FA-DD8FA2512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A45C751-ACE6-F14D-B5E4-8E0254F83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591FE16-FDD4-C12A-2EDB-1E1066E74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1D6E-2745-45E0-9AE8-0169170222CE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DBDBF5-71F5-307D-5AA1-85B73C889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7C79734-713D-63AB-35DE-C6CE89D76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FD119-71E2-44E5-BFA2-74D99432B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011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BD3349-0411-03A1-51EE-F658CF166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D777202-8295-4526-94AC-946454055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9EE87E-F1FA-B037-CAA5-4C4321F9C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1D6E-2745-45E0-9AE8-0169170222CE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7DA5F2-BDE0-50ED-1EBC-A6665D3C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BB1CC5-4D1F-88EF-1262-877E2A2C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FD119-71E2-44E5-BFA2-74D99432B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351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F7D3149-06E5-5347-350A-7B9B4CD7E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9940721-93D2-ACC2-1137-D29994EAF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825B31-D81F-7649-018D-25B53E663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1D6E-2745-45E0-9AE8-0169170222CE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B028F8-0FFA-97F8-5058-B44B4815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77AE88-1BCF-7F8A-A0B8-ECD7FE42F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FD119-71E2-44E5-BFA2-74D99432B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88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2F4220A-D914-232D-A7C9-AD834CFD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AFC2E3-8FCE-B912-775B-E109E62D7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803707-A550-4BD4-2765-6AA1E8CD2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01D6E-2745-45E0-9AE8-0169170222CE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5C57EE-06F9-66A1-3E63-438944022F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90B800-9237-FE22-C991-2289BD7FE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FD119-71E2-44E5-BFA2-74D99432B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720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BAE6CA3D-503E-474A-B635-F23458AA4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A3DFD90-7DB4-4F04-BAF9-B7975896F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133600" y="685800"/>
            <a:ext cx="10058400" cy="54864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FB62F45-68FC-792C-7934-04A5CAB8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685797"/>
            <a:ext cx="5217539" cy="28241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Projet</a:t>
            </a:r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Cybersécurité</a:t>
            </a:r>
            <a:endParaRPr lang="en-US" sz="5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6DBCBCF-FB63-825B-82B8-C5F6B867B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3040" y="2767054"/>
            <a:ext cx="5217539" cy="328132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Groupe: 5</a:t>
            </a:r>
          </a:p>
          <a:p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Evan Graulich</a:t>
            </a:r>
          </a:p>
          <a:p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Delnah Hassam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A3A688B-8821-47C3-9E76-D6ADDEF67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9764" y="685797"/>
            <a:ext cx="118872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Graphic 14">
            <a:extLst>
              <a:ext uri="{FF2B5EF4-FFF2-40B4-BE49-F238E27FC236}">
                <a16:creationId xmlns:a16="http://schemas.microsoft.com/office/drawing/2014/main" id="{820B6604-1FF9-43F5-AC47-3D41CB2F5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448800" y="3436499"/>
            <a:ext cx="2743200" cy="2746621"/>
          </a:xfrm>
          <a:custGeom>
            <a:avLst/>
            <a:gdLst>
              <a:gd name="connsiteX0" fmla="*/ 2616327 w 2616326"/>
              <a:gd name="connsiteY0" fmla="*/ 634841 h 2618803"/>
              <a:gd name="connsiteX1" fmla="*/ 2616327 w 2616326"/>
              <a:gd name="connsiteY1" fmla="*/ 0 h 2618803"/>
              <a:gd name="connsiteX2" fmla="*/ 0 w 2616326"/>
              <a:gd name="connsiteY2" fmla="*/ 0 h 2618803"/>
              <a:gd name="connsiteX3" fmla="*/ 0 w 2616326"/>
              <a:gd name="connsiteY3" fmla="*/ 2618804 h 2618803"/>
              <a:gd name="connsiteX4" fmla="*/ 634270 w 2616326"/>
              <a:gd name="connsiteY4" fmla="*/ 2618804 h 2618803"/>
              <a:gd name="connsiteX5" fmla="*/ 2616327 w 2616326"/>
              <a:gd name="connsiteY5" fmla="*/ 634841 h 26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6326" h="2618803">
                <a:moveTo>
                  <a:pt x="2616327" y="634841"/>
                </a:moveTo>
                <a:lnTo>
                  <a:pt x="2616327" y="0"/>
                </a:lnTo>
                <a:lnTo>
                  <a:pt x="0" y="0"/>
                </a:lnTo>
                <a:lnTo>
                  <a:pt x="0" y="2618804"/>
                </a:lnTo>
                <a:lnTo>
                  <a:pt x="634270" y="2618804"/>
                </a:lnTo>
                <a:cubicBezTo>
                  <a:pt x="634270" y="1523143"/>
                  <a:pt x="1521619" y="634841"/>
                  <a:pt x="2616327" y="634841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Picture 7" descr="Image de cadenas numérique">
            <a:extLst>
              <a:ext uri="{FF2B5EF4-FFF2-40B4-BE49-F238E27FC236}">
                <a16:creationId xmlns:a16="http://schemas.microsoft.com/office/drawing/2014/main" id="{A9933843-566C-98BE-4CF1-DE5E9E4513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08" b="3161"/>
          <a:stretch>
            <a:fillRect/>
          </a:stretch>
        </p:blipFill>
        <p:spPr>
          <a:xfrm>
            <a:off x="6932702" y="3133771"/>
            <a:ext cx="5072883" cy="2853510"/>
          </a:xfrm>
          <a:prstGeom prst="rect">
            <a:avLst/>
          </a:prstGeom>
        </p:spPr>
      </p:pic>
      <p:sp>
        <p:nvSpPr>
          <p:cNvPr id="61" name="Graphic 14">
            <a:extLst>
              <a:ext uri="{FF2B5EF4-FFF2-40B4-BE49-F238E27FC236}">
                <a16:creationId xmlns:a16="http://schemas.microsoft.com/office/drawing/2014/main" id="{6E28FA02-41B9-466D-B728-320B55FB0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448800" y="3436499"/>
            <a:ext cx="2743200" cy="2746621"/>
          </a:xfrm>
          <a:custGeom>
            <a:avLst/>
            <a:gdLst>
              <a:gd name="connsiteX0" fmla="*/ 2616327 w 2616326"/>
              <a:gd name="connsiteY0" fmla="*/ 634841 h 2618803"/>
              <a:gd name="connsiteX1" fmla="*/ 2616327 w 2616326"/>
              <a:gd name="connsiteY1" fmla="*/ 0 h 2618803"/>
              <a:gd name="connsiteX2" fmla="*/ 0 w 2616326"/>
              <a:gd name="connsiteY2" fmla="*/ 0 h 2618803"/>
              <a:gd name="connsiteX3" fmla="*/ 0 w 2616326"/>
              <a:gd name="connsiteY3" fmla="*/ 2618804 h 2618803"/>
              <a:gd name="connsiteX4" fmla="*/ 634270 w 2616326"/>
              <a:gd name="connsiteY4" fmla="*/ 2618804 h 2618803"/>
              <a:gd name="connsiteX5" fmla="*/ 2616327 w 2616326"/>
              <a:gd name="connsiteY5" fmla="*/ 634841 h 26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6326" h="2618803">
                <a:moveTo>
                  <a:pt x="2616327" y="634841"/>
                </a:moveTo>
                <a:lnTo>
                  <a:pt x="2616327" y="0"/>
                </a:lnTo>
                <a:lnTo>
                  <a:pt x="0" y="0"/>
                </a:lnTo>
                <a:lnTo>
                  <a:pt x="0" y="2618804"/>
                </a:lnTo>
                <a:lnTo>
                  <a:pt x="634270" y="2618804"/>
                </a:lnTo>
                <a:cubicBezTo>
                  <a:pt x="634270" y="1523143"/>
                  <a:pt x="1521619" y="634841"/>
                  <a:pt x="2616327" y="634841"/>
                </a:cubicBezTo>
                <a:close/>
              </a:path>
            </a:pathLst>
          </a:custGeom>
          <a:solidFill>
            <a:schemeClr val="accent2"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FB77265-5DCE-40F2-A13C-ECEE9B8CE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73128" y="6172201"/>
            <a:ext cx="118872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Image 55">
            <a:extLst>
              <a:ext uri="{FF2B5EF4-FFF2-40B4-BE49-F238E27FC236}">
                <a16:creationId xmlns:a16="http://schemas.microsoft.com/office/drawing/2014/main" id="{1DF59A97-42EF-0728-FCE1-0790575F5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6036" y="304745"/>
            <a:ext cx="1276528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42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A184B7-D8A9-745E-B709-A2C98C7AB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Environnement de Travail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64638360-0A7B-59BF-6E25-AE289141A4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9099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2582F0-99D3-E204-A666-A0E73E6A7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Context et Objectif</a:t>
            </a:r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552E63F4-C04F-96CE-5784-5985EC1063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060719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7641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4E2ED6F9-63C3-4A8D-9BB4-1EA6253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61886A7-E3FB-D715-7F24-EEBF94A2F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95466"/>
            <a:ext cx="3611880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Resultat du scan Nmap</a:t>
            </a:r>
          </a:p>
        </p:txBody>
      </p:sp>
      <p:pic>
        <p:nvPicPr>
          <p:cNvPr id="13" name="Espace réservé pour une image  12">
            <a:extLst>
              <a:ext uri="{FF2B5EF4-FFF2-40B4-BE49-F238E27FC236}">
                <a16:creationId xmlns:a16="http://schemas.microsoft.com/office/drawing/2014/main" id="{3D8167C1-0898-8860-008F-577DE9079C4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386" b="2649"/>
          <a:stretch>
            <a:fillRect/>
          </a:stretch>
        </p:blipFill>
        <p:spPr bwMode="auto">
          <a:xfrm>
            <a:off x="20" y="10"/>
            <a:ext cx="12191980" cy="399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FB1EFE-7AC9-21A6-9529-2894A788D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95826" y="4495466"/>
            <a:ext cx="6061022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buFont typeface="Arial" panose="020B0604020202020204" pitchFamily="34" charset="0"/>
              <a:buChar char="•"/>
            </a:pPr>
            <a:r>
              <a:rPr lang="en-US" sz="1800"/>
              <a:t>Ports ouverts:</a:t>
            </a:r>
            <a:endParaRPr lang="en-US" sz="18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22/tcp </a:t>
            </a:r>
            <a:r>
              <a:rPr lang="en-US" sz="1800" dirty="0"/>
              <a:t>– OpenSSH 10.0p2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80tcp/ - Apache 2.4.66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Exposition à CVE</a:t>
            </a:r>
          </a:p>
          <a:p>
            <a:pPr marL="0" indent="-2286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42058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07EED5-7491-DC8A-4263-5EF3386F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Vulnérabilité détectée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F61EC61-AE4E-689B-E6F9-808D9E2AC04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351164" y="586822"/>
            <a:ext cx="6002636" cy="16459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FR" sz="1800" b="0" i="0" u="none" strike="noStrike" cap="none" normalizeH="0" baseline="0">
                <a:ln>
                  <a:noFill/>
                </a:ln>
                <a:effectLst/>
              </a:rPr>
              <a:t>2 vulnérabilités </a:t>
            </a:r>
            <a:r>
              <a:rPr kumimoji="0" lang="en-US" altLang="fr-FR" sz="1800" b="1" i="0" u="none" strike="noStrike" cap="none" normalizeH="0" baseline="0">
                <a:ln>
                  <a:noFill/>
                </a:ln>
                <a:effectLst/>
              </a:rPr>
              <a:t>élevées</a:t>
            </a:r>
            <a:endParaRPr kumimoji="0" lang="en-US" altLang="fr-FR" sz="18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FR" sz="1800" b="0" i="0" u="none" strike="noStrike" cap="none" normalizeH="0" baseline="0">
                <a:ln>
                  <a:noFill/>
                </a:ln>
                <a:effectLst/>
              </a:rPr>
              <a:t>5 vulnérabilités </a:t>
            </a:r>
            <a:r>
              <a:rPr kumimoji="0" lang="en-US" altLang="fr-FR" sz="1800" b="1" i="0" u="none" strike="noStrike" cap="none" normalizeH="0" baseline="0">
                <a:ln>
                  <a:noFill/>
                </a:ln>
                <a:effectLst/>
              </a:rPr>
              <a:t>faibles</a:t>
            </a:r>
            <a:endParaRPr kumimoji="0" lang="en-US" altLang="fr-FR" sz="18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FR" sz="1800" b="0" i="0" u="none" strike="noStrike" cap="none" normalizeH="0" baseline="0">
                <a:ln>
                  <a:noFill/>
                </a:ln>
                <a:effectLst/>
              </a:rPr>
              <a:t>Services impactés : </a:t>
            </a:r>
            <a:r>
              <a:rPr kumimoji="0" lang="en-US" altLang="fr-FR" sz="1800" b="1" i="0" u="none" strike="noStrike" cap="none" normalizeH="0" baseline="0">
                <a:ln>
                  <a:noFill/>
                </a:ln>
                <a:effectLst/>
              </a:rPr>
              <a:t>Apache</a:t>
            </a:r>
            <a:r>
              <a:rPr kumimoji="0" lang="en-US" altLang="fr-FR" sz="1800" b="0" i="0" u="none" strike="noStrike" cap="none" normalizeH="0" baseline="0">
                <a:ln>
                  <a:noFill/>
                </a:ln>
                <a:effectLst/>
              </a:rPr>
              <a:t> &amp; </a:t>
            </a:r>
            <a:r>
              <a:rPr kumimoji="0" lang="en-US" altLang="fr-FR" sz="1800" b="1" i="0" u="none" strike="noStrike" cap="none" normalizeH="0" baseline="0">
                <a:ln>
                  <a:noFill/>
                </a:ln>
                <a:effectLst/>
              </a:rPr>
              <a:t>OpenSSH</a:t>
            </a:r>
            <a:endParaRPr kumimoji="0" lang="en-US" altLang="fr-FR" sz="1800" b="0" i="0" u="none" strike="noStrike" cap="none" normalizeH="0" baseline="0">
              <a:ln>
                <a:noFill/>
              </a:ln>
              <a:effectLst/>
            </a:endParaRPr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A7814AE8-5F12-558B-D02A-DF00ED3744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4574077"/>
              </p:ext>
            </p:extLst>
          </p:nvPr>
        </p:nvGraphicFramePr>
        <p:xfrm>
          <a:off x="1412622" y="2734056"/>
          <a:ext cx="9455149" cy="348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3787">
                  <a:extLst>
                    <a:ext uri="{9D8B030D-6E8A-4147-A177-3AD203B41FA5}">
                      <a16:colId xmlns:a16="http://schemas.microsoft.com/office/drawing/2014/main" val="1739193713"/>
                    </a:ext>
                  </a:extLst>
                </a:gridCol>
                <a:gridCol w="1745770">
                  <a:extLst>
                    <a:ext uri="{9D8B030D-6E8A-4147-A177-3AD203B41FA5}">
                      <a16:colId xmlns:a16="http://schemas.microsoft.com/office/drawing/2014/main" val="3374396548"/>
                    </a:ext>
                  </a:extLst>
                </a:gridCol>
                <a:gridCol w="1620850">
                  <a:extLst>
                    <a:ext uri="{9D8B030D-6E8A-4147-A177-3AD203B41FA5}">
                      <a16:colId xmlns:a16="http://schemas.microsoft.com/office/drawing/2014/main" val="3530828703"/>
                    </a:ext>
                  </a:extLst>
                </a:gridCol>
                <a:gridCol w="3724742">
                  <a:extLst>
                    <a:ext uri="{9D8B030D-6E8A-4147-A177-3AD203B41FA5}">
                      <a16:colId xmlns:a16="http://schemas.microsoft.com/office/drawing/2014/main" val="2175354220"/>
                    </a:ext>
                  </a:extLst>
                </a:gridCol>
              </a:tblGrid>
              <a:tr h="4354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kern="1200">
                          <a:solidFill>
                            <a:schemeClr val="lt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CVE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kern="1200">
                          <a:solidFill>
                            <a:schemeClr val="lt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Score CVSS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kern="1200">
                          <a:solidFill>
                            <a:schemeClr val="lt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Criticité 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kern="1200">
                          <a:solidFill>
                            <a:schemeClr val="lt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Description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extLst>
                  <a:ext uri="{0D108BD9-81ED-4DB2-BD59-A6C34878D82A}">
                    <a16:rowId xmlns:a16="http://schemas.microsoft.com/office/drawing/2014/main" val="4038904616"/>
                  </a:ext>
                </a:extLst>
              </a:tr>
              <a:tr h="4354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 CVE-2026-35414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8.1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Élevée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Vulnérabilité critique affectant OpenSSH 10.0p2. 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extLst>
                  <a:ext uri="{0D108BD9-81ED-4DB2-BD59-A6C34878D82A}">
                    <a16:rowId xmlns:a16="http://schemas.microsoft.com/office/drawing/2014/main" val="718149148"/>
                  </a:ext>
                </a:extLst>
              </a:tr>
              <a:tr h="4354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 CVE-2026-35385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latin typeface="Aptos" panose="020B0004020202020204" pitchFamily="34" charset="0"/>
                        </a:rPr>
                        <a:t>7.5</a:t>
                      </a: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Élevée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Affecte Apache 2.4.66, version vulnérable. 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extLst>
                  <a:ext uri="{0D108BD9-81ED-4DB2-BD59-A6C34878D82A}">
                    <a16:rowId xmlns:a16="http://schemas.microsoft.com/office/drawing/2014/main" val="1877892118"/>
                  </a:ext>
                </a:extLst>
              </a:tr>
              <a:tr h="4354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CVE-2026-35386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latin typeface="Aptos" panose="020B0004020202020204" pitchFamily="34" charset="0"/>
                        </a:rPr>
                        <a:t>3.6</a:t>
                      </a: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Faible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Vulnérabilité mineure liée à Apache.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extLst>
                  <a:ext uri="{0D108BD9-81ED-4DB2-BD59-A6C34878D82A}">
                    <a16:rowId xmlns:a16="http://schemas.microsoft.com/office/drawing/2014/main" val="3693631025"/>
                  </a:ext>
                </a:extLst>
              </a:tr>
              <a:tr h="4354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CVE-2025-61985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latin typeface="Aptos" panose="020B0004020202020204" pitchFamily="34" charset="0"/>
                        </a:rPr>
                        <a:t>3.6</a:t>
                      </a: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Faible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Vulnérabilité faible sur Apache 2.4.66.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extLst>
                  <a:ext uri="{0D108BD9-81ED-4DB2-BD59-A6C34878D82A}">
                    <a16:rowId xmlns:a16="http://schemas.microsoft.com/office/drawing/2014/main" val="1557356618"/>
                  </a:ext>
                </a:extLst>
              </a:tr>
              <a:tr h="4354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CVE-2025-61984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latin typeface="Aptos" panose="020B0004020202020204" pitchFamily="34" charset="0"/>
                        </a:rPr>
                        <a:t>3.6</a:t>
                      </a: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Faible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Vulnérabilité faible affectant Apache.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extLst>
                  <a:ext uri="{0D108BD9-81ED-4DB2-BD59-A6C34878D82A}">
                    <a16:rowId xmlns:a16="http://schemas.microsoft.com/office/drawing/2014/main" val="2097512896"/>
                  </a:ext>
                </a:extLst>
              </a:tr>
              <a:tr h="4354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CVE-2025-61983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latin typeface="Aptos" panose="020B0004020202020204" pitchFamily="34" charset="0"/>
                        </a:rPr>
                        <a:t>3.6</a:t>
                      </a: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Faible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Vulnérabilité non critique sur Apache.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extLst>
                  <a:ext uri="{0D108BD9-81ED-4DB2-BD59-A6C34878D82A}">
                    <a16:rowId xmlns:a16="http://schemas.microsoft.com/office/drawing/2014/main" val="975895638"/>
                  </a:ext>
                </a:extLst>
              </a:tr>
              <a:tr h="4354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CVE-2026-35387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latin typeface="Aptos" panose="020B0004020202020204" pitchFamily="34" charset="0"/>
                        </a:rPr>
                        <a:t>3.1</a:t>
                      </a: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Faible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Vulnérabilité mineure détectée.</a:t>
                      </a:r>
                    </a:p>
                    <a:p>
                      <a:endParaRPr lang="fr-FR" sz="1100">
                        <a:latin typeface="Aptos" panose="020B0004020202020204" pitchFamily="34" charset="0"/>
                      </a:endParaRPr>
                    </a:p>
                  </a:txBody>
                  <a:tcPr marL="80645" marR="80645" marT="40322" marB="40322"/>
                </a:tc>
                <a:extLst>
                  <a:ext uri="{0D108BD9-81ED-4DB2-BD59-A6C34878D82A}">
                    <a16:rowId xmlns:a16="http://schemas.microsoft.com/office/drawing/2014/main" val="1488491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945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4776A8-32C1-4BF5-08FD-9AB76CB1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vulnérabilités détectées: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4FCBF3-D917-9274-C496-04A1ECB59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2 vulnérabilités critiques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8ECBED7-CD73-3D90-D0C1-0DF3E5FD98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fr-FR" sz="1800" b="1" dirty="0"/>
              <a:t>CVE-2026-35414 — </a:t>
            </a:r>
            <a:r>
              <a:rPr lang="fr-FR" sz="1800" b="1" dirty="0" err="1"/>
              <a:t>OpenSSH</a:t>
            </a:r>
            <a:endParaRPr lang="fr-FR" sz="1800" b="1" dirty="0"/>
          </a:p>
          <a:p>
            <a:pPr marL="0" indent="0">
              <a:buNone/>
            </a:pPr>
            <a:r>
              <a:rPr lang="fr-FR" sz="1800" dirty="0"/>
              <a:t>     </a:t>
            </a:r>
            <a:r>
              <a:rPr lang="fr-FR" sz="1800" dirty="0">
                <a:effectLst/>
              </a:rPr>
              <a:t>Score : 8.1</a:t>
            </a:r>
            <a:endParaRPr lang="fr-FR" sz="1800" dirty="0"/>
          </a:p>
          <a:p>
            <a:pPr marL="0" indent="0">
              <a:buNone/>
            </a:pPr>
            <a:r>
              <a:rPr lang="fr-FR" sz="1800" dirty="0">
                <a:effectLst/>
              </a:rPr>
              <a:t>     Risque : élévation de privilèges / contournement </a:t>
            </a:r>
            <a:r>
              <a:rPr lang="fr-FR" sz="1800" dirty="0" err="1">
                <a:effectLst/>
              </a:rPr>
              <a:t>auth</a:t>
            </a:r>
            <a:endParaRPr lang="fr-FR" sz="1800" dirty="0"/>
          </a:p>
          <a:p>
            <a:pPr marL="0" indent="0">
              <a:buNone/>
            </a:pPr>
            <a:r>
              <a:rPr lang="fr-FR" sz="1800" dirty="0">
                <a:effectLst/>
              </a:rPr>
              <a:t>    Preuve : version </a:t>
            </a:r>
            <a:r>
              <a:rPr lang="fr-FR" sz="1800" dirty="0" err="1">
                <a:effectLst/>
              </a:rPr>
              <a:t>OpenSSH</a:t>
            </a:r>
            <a:r>
              <a:rPr lang="fr-FR" sz="1800" dirty="0">
                <a:effectLst/>
              </a:rPr>
              <a:t> 10.0p2 détectée</a:t>
            </a:r>
          </a:p>
          <a:p>
            <a:endParaRPr lang="fr-FR" sz="1800" dirty="0"/>
          </a:p>
          <a:p>
            <a:pPr marL="285750" indent="-285750"/>
            <a:r>
              <a:rPr lang="fr-FR" sz="1800" b="1" dirty="0"/>
              <a:t>CVE-2026-35385 — Apache</a:t>
            </a:r>
          </a:p>
          <a:p>
            <a:pPr marL="0" indent="0">
              <a:buNone/>
            </a:pPr>
            <a:r>
              <a:rPr lang="fr-FR" sz="1800" dirty="0">
                <a:effectLst/>
              </a:rPr>
              <a:t>     Score : 7.5</a:t>
            </a:r>
            <a:endParaRPr lang="fr-FR" sz="1800" dirty="0"/>
          </a:p>
          <a:p>
            <a:pPr marL="0" indent="0">
              <a:buNone/>
            </a:pPr>
            <a:r>
              <a:rPr lang="fr-FR" sz="1800" dirty="0">
                <a:effectLst/>
              </a:rPr>
              <a:t>    Risque : exécution de code / fuite d’infos</a:t>
            </a:r>
            <a:endParaRPr lang="fr-FR" sz="1800" dirty="0"/>
          </a:p>
          <a:p>
            <a:pPr marL="0" indent="0">
              <a:buNone/>
            </a:pPr>
            <a:r>
              <a:rPr lang="fr-FR" sz="1800" dirty="0">
                <a:effectLst/>
              </a:rPr>
              <a:t>    Preuve : Apache 2.4.66 exposé</a:t>
            </a:r>
            <a:endParaRPr lang="fr-FR" sz="1800" dirty="0"/>
          </a:p>
          <a:p>
            <a:endParaRPr lang="fr-FR" sz="1800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6464FAC-DC4C-4E21-2926-8E2B2A61F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5 vulnérabilités faibles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460A23DE-2368-9A4E-EBE2-56B91CF78D9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fr-FR" sz="1800" dirty="0">
                <a:effectLst/>
              </a:rPr>
              <a:t>Impact limité</a:t>
            </a:r>
            <a:endParaRPr lang="fr-FR" sz="1800" dirty="0"/>
          </a:p>
          <a:p>
            <a:r>
              <a:rPr lang="fr-FR" sz="1800" dirty="0">
                <a:effectLst/>
              </a:rPr>
              <a:t>Majoritairement des failles mineures Apache</a:t>
            </a:r>
            <a:endParaRPr lang="fr-FR" sz="1800" dirty="0"/>
          </a:p>
          <a:p>
            <a:r>
              <a:rPr lang="fr-FR" sz="1800" dirty="0">
                <a:effectLst/>
              </a:rPr>
              <a:t>Risque faible mais nécessite mise à jour</a:t>
            </a:r>
            <a:endParaRPr lang="fr-FR" sz="1800" dirty="0"/>
          </a:p>
          <a:p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81210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2B55C663-FD93-91FC-E66D-1B169E316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Analyse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Applicative (SQLi)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33DFB99-25F4-D279-6344-7096E8600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Sql injection: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b="1"/>
              <a:t>Payload utilisé</a:t>
            </a:r>
            <a:r>
              <a:rPr lang="en-US" sz="1800"/>
              <a:t> 1' OR 1=1 --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Résulat : Affichage de toutes les entrées de la base de données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62ED67F7-7CCE-1074-AB9C-B808EE2E4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7738" y="1581950"/>
            <a:ext cx="5628018" cy="346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95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ADA2A8-8278-E8D3-8CDB-0CA473EA2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Analyse Applicative (IDOR)</a:t>
            </a:r>
            <a:endParaRPr lang="fr-FR" sz="40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4" name="Rectangle 1">
            <a:extLst>
              <a:ext uri="{FF2B5EF4-FFF2-40B4-BE49-F238E27FC236}">
                <a16:creationId xmlns:a16="http://schemas.microsoft.com/office/drawing/2014/main" id="{C8E4994B-F88A-E4CA-E73A-DA89AB5189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716773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0504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0F5FCB5-4D39-8C24-4416-A6E85B4C8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Analyse Applicative (XSS Refléctée)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E007C66-67F5-26F6-4D58-808F01346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300" b="1" dirty="0"/>
              <a:t>Candidature DVWA</a:t>
            </a:r>
            <a:r>
              <a:rPr lang="en-US" sz="2300" dirty="0"/>
              <a:t> </a:t>
            </a:r>
            <a:r>
              <a:rPr lang="en-US" sz="2300" b="1" dirty="0"/>
              <a:t>Champ </a:t>
            </a:r>
            <a:r>
              <a:rPr lang="en-US" sz="2300" b="1" dirty="0" err="1"/>
              <a:t>vulnérable</a:t>
            </a:r>
            <a:r>
              <a:rPr lang="en-US" sz="2300" dirty="0"/>
              <a:t> « Comment </a:t>
            </a:r>
            <a:r>
              <a:rPr lang="en-US" sz="2300" dirty="0" err="1"/>
              <a:t>tu</a:t>
            </a:r>
            <a:r>
              <a:rPr lang="en-US" sz="2300" dirty="0"/>
              <a:t> </a:t>
            </a:r>
            <a:r>
              <a:rPr lang="en-US" sz="2300" dirty="0" err="1"/>
              <a:t>t’appelles</a:t>
            </a:r>
            <a:r>
              <a:rPr lang="en-US" sz="2300" dirty="0"/>
              <a:t> ? » 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300" b="1" dirty="0"/>
              <a:t>Payload </a:t>
            </a:r>
            <a:r>
              <a:rPr lang="en-US" sz="2300" b="1" dirty="0" err="1"/>
              <a:t>utilisé</a:t>
            </a:r>
            <a:r>
              <a:rPr lang="en-US" sz="2300" dirty="0"/>
              <a:t> &lt;</a:t>
            </a:r>
            <a:r>
              <a:rPr lang="en-US" sz="2900" dirty="0"/>
              <a:t>script</a:t>
            </a:r>
            <a:r>
              <a:rPr lang="en-US" sz="2300" dirty="0"/>
              <a:t>&gt;alert(1) ; &lt;/</a:t>
            </a:r>
            <a:r>
              <a:rPr lang="en-US" sz="2300" dirty="0" err="1"/>
              <a:t>scénario</a:t>
            </a:r>
            <a:r>
              <a:rPr lang="en-US" sz="2300" dirty="0"/>
              <a:t> &gt;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300" dirty="0" err="1"/>
              <a:t>Résultat</a:t>
            </a:r>
            <a:r>
              <a:rPr lang="en-US" sz="2300" dirty="0"/>
              <a:t> : </a:t>
            </a:r>
            <a:r>
              <a:rPr lang="en-US" sz="2300" dirty="0" err="1"/>
              <a:t>Exécution</a:t>
            </a:r>
            <a:r>
              <a:rPr lang="en-US" sz="2300" dirty="0"/>
              <a:t> du script </a:t>
            </a:r>
            <a:r>
              <a:rPr lang="en-US" sz="2300" dirty="0" err="1"/>
              <a:t>côté</a:t>
            </a:r>
            <a:r>
              <a:rPr lang="en-US" sz="2300" dirty="0"/>
              <a:t> client, </a:t>
            </a:r>
            <a:r>
              <a:rPr lang="en-US" sz="2300" dirty="0" err="1"/>
              <a:t>affichant</a:t>
            </a:r>
            <a:r>
              <a:rPr lang="en-US" sz="2300" dirty="0"/>
              <a:t> </a:t>
            </a:r>
            <a:r>
              <a:rPr lang="en-US" sz="2300" dirty="0" err="1"/>
              <a:t>une</a:t>
            </a:r>
            <a:r>
              <a:rPr lang="en-US" sz="2300" dirty="0"/>
              <a:t> </a:t>
            </a:r>
            <a:r>
              <a:rPr lang="en-US" sz="2300" dirty="0" err="1"/>
              <a:t>alerte</a:t>
            </a:r>
            <a:r>
              <a:rPr lang="en-US" sz="2300" dirty="0"/>
              <a:t> « Hello ».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9932D16F-46A7-4FCB-B33A-E096626D3D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57784" y="3192034"/>
            <a:ext cx="11164824" cy="2567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265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755A5E-BE1C-7EAA-6DE3-47308966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Requête HTTP brute pour headers (curl)</a:t>
            </a:r>
            <a:b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34D0303-8CE5-C092-EA12-1C3B5A006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700" b="1"/>
              <a:t>Application DVWA</a:t>
            </a:r>
            <a:r>
              <a:rPr lang="en-US" sz="1700"/>
              <a:t> Headers manquants ou mal configurés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/>
              <a:t>Options de frames X : Absentes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/>
              <a:t>Politique de sécurité du contenu : Absente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/>
              <a:t>Serveur : Apache/2.4.66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2F895BCB-3C62-324C-925B-A341381A7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8543" y="2734056"/>
            <a:ext cx="9883306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10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4A1F24D3-AEB6-A79D-BB41-0485FA288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75" y="2271449"/>
            <a:ext cx="9679449" cy="2847058"/>
          </a:xfrm>
        </p:spPr>
        <p:txBody>
          <a:bodyPr vert="horz" lIns="91440" tIns="45720" rIns="91440" bIns="45720" rtlCol="0" anchor="b">
            <a:normAutofit/>
          </a:bodyPr>
          <a:lstStyle/>
          <a:p>
            <a:br>
              <a:rPr lang="en-US" sz="5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5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J2- Corrections PHP</a:t>
            </a:r>
            <a:br>
              <a:rPr lang="en-US" sz="5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5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&amp; Linux Hardening</a:t>
            </a:r>
            <a:br>
              <a:rPr lang="en-US" sz="5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5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3" name="Straight Connector 1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216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B08EC2-2171-3237-8597-4768DC2E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Corrections applicative (</a:t>
            </a:r>
            <a:r>
              <a:rPr lang="fr-FR" dirty="0" err="1"/>
              <a:t>secure</a:t>
            </a:r>
            <a:r>
              <a:rPr lang="fr-FR" dirty="0"/>
              <a:t> – </a:t>
            </a:r>
            <a:r>
              <a:rPr lang="fr-FR" dirty="0" err="1"/>
              <a:t>coding</a:t>
            </a:r>
            <a:r>
              <a:rPr lang="fr-FR" dirty="0"/>
              <a:t>)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E3F804C-C806-57F4-58AE-2D31E004A2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90837" y="2093119"/>
            <a:ext cx="5157787" cy="810509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58C91F8E-D28A-5C1B-37C6-C45A5E5E465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243378" y="3660070"/>
            <a:ext cx="529213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Utilisation de requêtes préparées (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prepare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execute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Séparation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données / logique SQL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Impact : injection impossible</a:t>
            </a: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33684F1B-D162-ECC8-6D6B-D23263DE634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1987907"/>
            <a:ext cx="5183188" cy="1020931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0CBBEA80-315F-7B61-C8F0-D43435295D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40755" y="3660070"/>
            <a:ext cx="490786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 code concatène directement $_GET['nom’]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dans la requête 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Risque : injection SQL, extraction de données, contournement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auth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08685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0DCAD-AD76-603A-BA36-4D8285BB9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9F1E35-C9B0-6563-E2A7-3DA6AFC0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Corrections applicative (</a:t>
            </a:r>
            <a:r>
              <a:rPr lang="fr-FR" dirty="0" err="1"/>
              <a:t>secure</a:t>
            </a:r>
            <a:r>
              <a:rPr lang="fr-FR" dirty="0"/>
              <a:t> – </a:t>
            </a:r>
            <a:r>
              <a:rPr lang="fr-FR" dirty="0" err="1"/>
              <a:t>coding</a:t>
            </a:r>
            <a:r>
              <a:rPr lang="fr-FR" dirty="0"/>
              <a:t>)</a:t>
            </a:r>
          </a:p>
        </p:txBody>
      </p:sp>
      <p:pic>
        <p:nvPicPr>
          <p:cNvPr id="16" name="Espace réservé du contenu 15">
            <a:extLst>
              <a:ext uri="{FF2B5EF4-FFF2-40B4-BE49-F238E27FC236}">
                <a16:creationId xmlns:a16="http://schemas.microsoft.com/office/drawing/2014/main" id="{9562AD2B-D234-30FE-5FCD-58116AD7E9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05677" y="2254035"/>
            <a:ext cx="3143689" cy="933580"/>
          </a:xfrm>
          <a:prstGeom prst="rect">
            <a:avLst/>
          </a:prstGeom>
        </p:spPr>
      </p:pic>
      <p:sp>
        <p:nvSpPr>
          <p:cNvPr id="19" name="Rectangle 3">
            <a:extLst>
              <a:ext uri="{FF2B5EF4-FFF2-40B4-BE49-F238E27FC236}">
                <a16:creationId xmlns:a16="http://schemas.microsoft.com/office/drawing/2014/main" id="{58C39AC9-333B-C40E-1594-1C93068F29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41400" y="3936891"/>
            <a:ext cx="46202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L’entrée utilisateur est affichée directement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Risque : exécution de JavaScript malveillant</a:t>
            </a:r>
          </a:p>
        </p:txBody>
      </p:sp>
      <p:pic>
        <p:nvPicPr>
          <p:cNvPr id="23" name="Espace réservé du contenu 22">
            <a:extLst>
              <a:ext uri="{FF2B5EF4-FFF2-40B4-BE49-F238E27FC236}">
                <a16:creationId xmlns:a16="http://schemas.microsoft.com/office/drawing/2014/main" id="{90B36187-B089-F1A9-4774-D35F0B3728B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021475" y="2321240"/>
            <a:ext cx="5183188" cy="799170"/>
          </a:xfrm>
          <a:prstGeom prst="rect">
            <a:avLst/>
          </a:prstGeom>
        </p:spPr>
      </p:pic>
      <p:sp>
        <p:nvSpPr>
          <p:cNvPr id="25" name="Rectangle 5">
            <a:extLst>
              <a:ext uri="{FF2B5EF4-FFF2-40B4-BE49-F238E27FC236}">
                <a16:creationId xmlns:a16="http://schemas.microsoft.com/office/drawing/2014/main" id="{034D1E75-5F0B-216B-749D-B9D6C88E543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243638" y="3659893"/>
            <a:ext cx="49610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Utilisation de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htmlspecialchars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Encodage des caractères spéciaux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Impact : le navigateur affiche le texte au lieu de l’exécuter</a:t>
            </a:r>
          </a:p>
        </p:txBody>
      </p:sp>
    </p:spTree>
    <p:extLst>
      <p:ext uri="{BB962C8B-B14F-4D97-AF65-F5344CB8AC3E}">
        <p14:creationId xmlns:p14="http://schemas.microsoft.com/office/powerpoint/2010/main" val="1502477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0C964C82-E861-F90B-0ADC-A806AA1B4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486"/>
            <a:ext cx="4267200" cy="14374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Secure-coding (Header HTTP de sécurité)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7C77032-C865-6057-7D7A-E2743CFA2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57B4B2F-BB96-B03C-FBF3-25F32C4B5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25613" y="838200"/>
            <a:ext cx="5501247" cy="186635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Avant: Aucun header de sécurité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Après: ajout de :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/>
              <a:t>X-Frame-Options : DENY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/>
              <a:t>X-Type-Content-Options : nosniff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/>
              <a:t>X- XSS-Protection : 1 ; mode=bloc »;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Impact: protection contre click jacking, sniffing, XSS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16" name="Espace réservé du contenu 15">
            <a:extLst>
              <a:ext uri="{FF2B5EF4-FFF2-40B4-BE49-F238E27FC236}">
                <a16:creationId xmlns:a16="http://schemas.microsoft.com/office/drawing/2014/main" id="{1339668C-7E82-11AC-7644-C5CBB3DEEC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1757" y="3854696"/>
            <a:ext cx="10591800" cy="164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71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A88BDF5B-6CBA-7B52-4302-5B3A712CB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fr-FR" sz="4000">
                <a:solidFill>
                  <a:srgbClr val="FFFFFF"/>
                </a:solidFill>
              </a:rPr>
              <a:t>Resumé du secure coding</a:t>
            </a:r>
          </a:p>
        </p:txBody>
      </p:sp>
      <p:graphicFrame>
        <p:nvGraphicFramePr>
          <p:cNvPr id="8" name="Espace réservé du contenu 5">
            <a:extLst>
              <a:ext uri="{FF2B5EF4-FFF2-40B4-BE49-F238E27FC236}">
                <a16:creationId xmlns:a16="http://schemas.microsoft.com/office/drawing/2014/main" id="{5CD1225A-11F7-F23A-B074-98BF554143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260177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4515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E401931-657F-503A-AA2A-F7718928A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Hardening Linux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191BE1C8-737F-285C-902C-5A5A22E01B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679705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8132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0A3FFFA-804A-8897-485F-6A861394D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fr-FR" sz="6100"/>
              <a:t>Sécurisation du service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39E2D4-3279-EE70-A287-0AA2BE372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fr-FR" sz="2000"/>
              <a:t>Changement de port 22 à 2222</a:t>
            </a:r>
          </a:p>
          <a:p>
            <a:r>
              <a:rPr lang="fr-FR" sz="2000"/>
              <a:t>PermitRootLogin: no</a:t>
            </a:r>
          </a:p>
          <a:p>
            <a:r>
              <a:rPr lang="fr-FR" sz="2000"/>
              <a:t>PasswordAuthentification: no</a:t>
            </a:r>
          </a:p>
          <a:p>
            <a:r>
              <a:rPr lang="fr-FR" sz="2000"/>
              <a:t>Authentification par clé SSH activée</a:t>
            </a:r>
          </a:p>
          <a:p>
            <a:pPr marL="0" indent="0">
              <a:buNone/>
            </a:pPr>
            <a:endParaRPr lang="fr-FR" sz="2000"/>
          </a:p>
          <a:p>
            <a:pPr marL="0" indent="0">
              <a:buNone/>
            </a:pPr>
            <a:r>
              <a:rPr lang="fr-FR" sz="2000"/>
              <a:t>Donc le SSH A été renforcé pour réduire la surface d’attaque et empêcher les connexions root ou par mot de passe</a:t>
            </a:r>
          </a:p>
        </p:txBody>
      </p:sp>
    </p:spTree>
    <p:extLst>
      <p:ext uri="{BB962C8B-B14F-4D97-AF65-F5344CB8AC3E}">
        <p14:creationId xmlns:p14="http://schemas.microsoft.com/office/powerpoint/2010/main" val="3319892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3FA0E802-04BE-52C9-4031-BDB08A9A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Pare-feu UFW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2E38576-90BD-FEA7-CBAC-633845260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Mise en place d’un pare-feu restrictifs, seuls SSH, HTTP et HTTPS sont autorisés. Les restes sont bloqués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08674B9C-F30A-74EA-26EB-0BF21F02C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7738" y="2137716"/>
            <a:ext cx="5628018" cy="234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949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274265-A7F9-BC36-3E70-715327A2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Permissions des fichiers sensibles</a:t>
            </a:r>
          </a:p>
        </p:txBody>
      </p:sp>
      <p:pic>
        <p:nvPicPr>
          <p:cNvPr id="20" name="Espace réservé du contenu 19">
            <a:extLst>
              <a:ext uri="{FF2B5EF4-FFF2-40B4-BE49-F238E27FC236}">
                <a16:creationId xmlns:a16="http://schemas.microsoft.com/office/drawing/2014/main" id="{F6669D65-D1A1-57B8-D3CC-CF96417024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3357" y="3778181"/>
            <a:ext cx="4119776" cy="767692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5B8B3F-7315-DD5B-6369-C922C0FBE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88306" y="2785865"/>
            <a:ext cx="4238257" cy="27281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 err="1"/>
              <a:t>Vérifier</a:t>
            </a:r>
            <a:r>
              <a:rPr lang="en-US" sz="2000" dirty="0"/>
              <a:t> et </a:t>
            </a:r>
            <a:r>
              <a:rPr lang="en-US" sz="2000" dirty="0" err="1"/>
              <a:t>durcir</a:t>
            </a:r>
            <a:r>
              <a:rPr lang="en-US" sz="2000" dirty="0"/>
              <a:t> les permissions sur des </a:t>
            </a:r>
            <a:r>
              <a:rPr lang="en-US" sz="2000" dirty="0" err="1"/>
              <a:t>fichiers</a:t>
            </a:r>
            <a:r>
              <a:rPr lang="en-US" sz="2000" dirty="0"/>
              <a:t> critiques du </a:t>
            </a:r>
            <a:r>
              <a:rPr lang="en-US" sz="2000" dirty="0" err="1"/>
              <a:t>systèmes</a:t>
            </a:r>
            <a:r>
              <a:rPr lang="en-US" sz="2000" dirty="0"/>
              <a:t> :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/</a:t>
            </a:r>
            <a:r>
              <a:rPr lang="en-US" sz="2000" dirty="0" err="1"/>
              <a:t>etc</a:t>
            </a:r>
            <a:r>
              <a:rPr lang="en-US" sz="2000" dirty="0"/>
              <a:t>/shadow: </a:t>
            </a:r>
            <a:r>
              <a:rPr lang="en-US" sz="2000" dirty="0" err="1"/>
              <a:t>chmod</a:t>
            </a:r>
            <a:r>
              <a:rPr lang="en-US" sz="2000" dirty="0"/>
              <a:t> 640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Chown </a:t>
            </a:r>
            <a:r>
              <a:rPr lang="en-US" sz="2000" dirty="0" err="1"/>
              <a:t>root:shadow</a:t>
            </a:r>
            <a:endParaRPr lang="en-US" sz="20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 err="1"/>
              <a:t>Aucun</a:t>
            </a:r>
            <a:r>
              <a:rPr lang="en-US" sz="2000" dirty="0"/>
              <a:t> </a:t>
            </a:r>
            <a:r>
              <a:rPr lang="en-US" sz="2000" dirty="0" err="1"/>
              <a:t>fichier</a:t>
            </a:r>
            <a:r>
              <a:rPr lang="en-US" sz="2000" dirty="0"/>
              <a:t> 777 trouvé</a:t>
            </a:r>
          </a:p>
        </p:txBody>
      </p:sp>
    </p:spTree>
    <p:extLst>
      <p:ext uri="{BB962C8B-B14F-4D97-AF65-F5344CB8AC3E}">
        <p14:creationId xmlns:p14="http://schemas.microsoft.com/office/powerpoint/2010/main" val="3043539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80847FD-923F-5686-7EDA-F099059C1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Comptes et SUID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4370D4F-3D44-923A-EC01-9FCE981F9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Analyse des comptes et des fichiers SUID pour détecter d’éventuels risque d’escalade de privilèges: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800"/>
              <a:t>Comptes inutiles supprimés: Aucun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800"/>
              <a:t>Fichiers SUID trouvés: Liste fournie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7F53160-E53A-751F-F3B5-8B1183136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7784" y="3122253"/>
            <a:ext cx="11164824" cy="270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21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D0BB2F32-17E0-95E5-E27D-B0F7081DC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Résumé du Hardening Linux </a:t>
            </a:r>
          </a:p>
        </p:txBody>
      </p:sp>
      <p:graphicFrame>
        <p:nvGraphicFramePr>
          <p:cNvPr id="8" name="Espace réservé du contenu 5">
            <a:extLst>
              <a:ext uri="{FF2B5EF4-FFF2-40B4-BE49-F238E27FC236}">
                <a16:creationId xmlns:a16="http://schemas.microsoft.com/office/drawing/2014/main" id="{3145D50B-F172-D3C7-992F-9A49537D23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247621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0512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32692123-4EE0-EF50-96BD-7B76E298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TP3- Hardening Windows Server 2025 et Scripting Bash </a:t>
            </a:r>
            <a:r>
              <a:rPr lang="en-US" sz="5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d’automatisation</a:t>
            </a:r>
            <a:endParaRPr lang="en-US" sz="5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093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8DC1205-5476-F1EF-6569-9875D2D99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Objectif:</a:t>
            </a:r>
          </a:p>
        </p:txBody>
      </p:sp>
      <p:graphicFrame>
        <p:nvGraphicFramePr>
          <p:cNvPr id="50" name="Rectangle 1">
            <a:extLst>
              <a:ext uri="{FF2B5EF4-FFF2-40B4-BE49-F238E27FC236}">
                <a16:creationId xmlns:a16="http://schemas.microsoft.com/office/drawing/2014/main" id="{3493A300-5844-88C7-E604-A23ABC1126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60949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9574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B03D611-E0F9-17F6-0D63-04A0057FD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Politique de mot de passe (GPO)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79B61D7-1C16-8D21-4D5D-E743ED7F1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Paramètre appliquée: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/>
              <a:t>Historique: 24 mots de passe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/>
              <a:t>Age min: 1jour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/>
              <a:t>Age max: 60 jours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/>
              <a:t>Longueur min: 14 caractères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/>
              <a:t>Complexité: activée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Objectif: renforcer la résistance au brute force et empêcher la réutilisation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DBA6CA51-D0B5-FEB8-BE76-264590E334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605" t="11724" r="37240" b="75819"/>
          <a:stretch>
            <a:fillRect/>
          </a:stretch>
        </p:blipFill>
        <p:spPr>
          <a:xfrm>
            <a:off x="4541855" y="2186997"/>
            <a:ext cx="7281337" cy="291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377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3E2D8D6-F73F-1CA1-13DB-700699F49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Verrouillage de compte (GPO)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098D6CF-58B5-CBDA-C03D-0C228279B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/>
              <a:t>Paramètres: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700"/>
              <a:t>Seuil de verrouillage : 5 tentatives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700"/>
              <a:t>Durée de verrouillage : 15 mn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700"/>
              <a:t>Réinitialisation du compteur : 15 mn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/>
              <a:t>Objectif : Limiter les attaques par force brute.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CEA24641-F8CA-C43D-20F6-5DD9B2826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084" t="12624" r="24934" b="74666"/>
          <a:stretch>
            <a:fillRect/>
          </a:stretch>
        </p:blipFill>
        <p:spPr>
          <a:xfrm>
            <a:off x="4901184" y="2459715"/>
            <a:ext cx="6922008" cy="203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772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8721E7-51AA-BF9E-FE7F-5B86AAA12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Audit Active Directory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FF46A44-D7D5-08A9-FB02-433DA4F81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 fontScale="85000" lnSpcReduction="10000"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/>
              <a:t>Lister les </a:t>
            </a:r>
            <a:r>
              <a:rPr lang="en-US" sz="1800" dirty="0" err="1"/>
              <a:t>comptes</a:t>
            </a:r>
            <a:r>
              <a:rPr lang="en-US" sz="1800" dirty="0"/>
              <a:t> </a:t>
            </a:r>
            <a:r>
              <a:rPr lang="en-US" sz="1800" dirty="0" err="1"/>
              <a:t>inactifs</a:t>
            </a:r>
            <a:r>
              <a:rPr lang="en-US" sz="1800" dirty="0"/>
              <a:t> </a:t>
            </a:r>
            <a:r>
              <a:rPr lang="en-US" sz="1800" dirty="0" err="1"/>
              <a:t>depuis</a:t>
            </a:r>
            <a:r>
              <a:rPr lang="en-US" sz="1800" dirty="0"/>
              <a:t> 180j, </a:t>
            </a:r>
            <a:r>
              <a:rPr lang="en-US" sz="1800" dirty="0" err="1"/>
              <a:t>décider</a:t>
            </a:r>
            <a:r>
              <a:rPr lang="en-US" sz="1800" dirty="0"/>
              <a:t> ensuite </a:t>
            </a:r>
            <a:r>
              <a:rPr lang="en-US" sz="1800" dirty="0" err="1"/>
              <a:t>s’ils</a:t>
            </a:r>
            <a:r>
              <a:rPr lang="en-US" sz="1800" dirty="0"/>
              <a:t> </a:t>
            </a:r>
            <a:r>
              <a:rPr lang="en-US" sz="1800" dirty="0" err="1"/>
              <a:t>doivent</a:t>
            </a:r>
            <a:r>
              <a:rPr lang="en-US" sz="1800" dirty="0"/>
              <a:t> </a:t>
            </a:r>
            <a:r>
              <a:rPr lang="en-US" sz="1800" dirty="0" err="1"/>
              <a:t>être</a:t>
            </a:r>
            <a:r>
              <a:rPr lang="en-US" sz="1800" dirty="0"/>
              <a:t> </a:t>
            </a:r>
            <a:r>
              <a:rPr lang="en-US" sz="1800" dirty="0" err="1"/>
              <a:t>supprimés</a:t>
            </a:r>
            <a:r>
              <a:rPr lang="en-US" sz="1800" dirty="0"/>
              <a:t>, </a:t>
            </a:r>
            <a:r>
              <a:rPr lang="en-US" sz="1800" dirty="0" err="1"/>
              <a:t>désactivé</a:t>
            </a:r>
            <a:r>
              <a:rPr lang="en-US" sz="1800" dirty="0"/>
              <a:t> </a:t>
            </a:r>
            <a:r>
              <a:rPr lang="en-US" sz="1800" dirty="0" err="1"/>
              <a:t>ou</a:t>
            </a:r>
            <a:r>
              <a:rPr lang="en-US" sz="1800" dirty="0"/>
              <a:t> </a:t>
            </a:r>
            <a:r>
              <a:rPr lang="en-US" sz="1800" dirty="0" err="1"/>
              <a:t>documenté</a:t>
            </a:r>
            <a:r>
              <a:rPr lang="en-US" sz="1800" dirty="0"/>
              <a:t> après validation,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Commandes</a:t>
            </a:r>
            <a:r>
              <a:rPr lang="en-US" sz="1800" dirty="0"/>
              <a:t> </a:t>
            </a:r>
            <a:r>
              <a:rPr lang="en-US" sz="1800" dirty="0" err="1"/>
              <a:t>utilisé</a:t>
            </a:r>
            <a:r>
              <a:rPr lang="en-US" sz="1800" dirty="0"/>
              <a:t>: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</a:rPr>
              <a:t>Search-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</a:rPr>
              <a:t>ADAccount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</a:rPr>
              <a:t> -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</a:rPr>
              <a:t>AccountInactive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</a:rPr>
              <a:t> -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</a:rPr>
              <a:t>UsersOnly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</a:rPr>
              <a:t> -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</a:rPr>
              <a:t>TimeSpan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</a:rPr>
              <a:t> 180.00:00:00 | </a:t>
            </a:r>
            <a:endParaRPr lang="fr-FR" dirty="0">
              <a:solidFill>
                <a:schemeClr val="accent5">
                  <a:lumMod val="7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</a:rPr>
              <a:t>Select-Object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</a:rPr>
              <a:t>Name,SamAccountName,LastLogonDate,Enabled</a:t>
            </a:r>
            <a:endParaRPr lang="en-US" sz="1800" dirty="0">
              <a:solidFill>
                <a:schemeClr val="accent5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5B4258B6-270B-1A63-FA8F-E9C17879B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852" t="55201" r="13582" b="33468"/>
          <a:stretch>
            <a:fillRect/>
          </a:stretch>
        </p:blipFill>
        <p:spPr>
          <a:xfrm>
            <a:off x="557784" y="3308295"/>
            <a:ext cx="11164824" cy="233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48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49" name="Group 10248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0250" name="Rectangle 10249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1" name="Rectangle 10250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52" name="Rectangle 10251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BDE2DE54-C406-7981-5792-750E27CEE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Désactivation de SMBv1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5FD7326A-5B1D-19B2-AE23-AE5E9A7590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08" t="32521" r="13874" b="39026"/>
          <a:stretch>
            <a:fillRect/>
          </a:stretch>
        </p:blipFill>
        <p:spPr bwMode="auto">
          <a:xfrm>
            <a:off x="1371598" y="1787654"/>
            <a:ext cx="7732209" cy="305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A685C94-A42C-FAC0-1537-D9EF2EB0F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623" y="5599654"/>
            <a:ext cx="5880786" cy="590492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73BF1AB-1EAE-D1A2-3E65-4DC011AAE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598" y="5070346"/>
            <a:ext cx="9496427" cy="138526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 err="1"/>
              <a:t>Commandes</a:t>
            </a:r>
            <a:r>
              <a:rPr lang="en-US" sz="2000" dirty="0"/>
              <a:t> </a:t>
            </a:r>
            <a:r>
              <a:rPr lang="en-US" sz="2000" dirty="0" err="1"/>
              <a:t>utilisés</a:t>
            </a:r>
            <a:r>
              <a:rPr lang="en-US" sz="2000" dirty="0"/>
              <a:t>: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20965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321" name="Rectangle 1332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F76FD08-6E02-C06E-341C-988FF636D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Réduction de NTLMv1 (forcer NTLMv2)</a:t>
            </a:r>
          </a:p>
        </p:txBody>
      </p:sp>
      <p:sp>
        <p:nvSpPr>
          <p:cNvPr id="13323" name="Rectangle 1332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325" name="Rectangle 1332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A25A72-BE0C-106F-2CA3-FDB4C6799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NTLMv1 = vulnérable aux attaques par relais et rejeu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Valeur appliquée: 5 = NTLMv2 uniquement (qui apporte de meilleures protections contre l’interception et le cassage hors ligne.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E0F3BC13-0CB9-34D2-9B93-10B3B07DD0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7784" y="3136209"/>
            <a:ext cx="11164824" cy="267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418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6E3EC677-601A-7348-D1C4-68A3C69BD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fr-FR" sz="4100" dirty="0"/>
              <a:t>Scripting Bash d’automatisation</a:t>
            </a:r>
          </a:p>
        </p:txBody>
      </p:sp>
      <p:grpSp>
        <p:nvGrpSpPr>
          <p:cNvPr id="27" name="Group 12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14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5C5AF91-C585-8F89-A439-A4BD615AD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endParaRPr lang="fr-FR" sz="2200" dirty="0"/>
          </a:p>
          <a:p>
            <a:endParaRPr lang="fr-FR" sz="2200" dirty="0"/>
          </a:p>
          <a:p>
            <a:r>
              <a:rPr lang="fr-FR" sz="2200" dirty="0"/>
              <a:t>Objectif: créer un script audit_linux.sh capable de:</a:t>
            </a:r>
          </a:p>
          <a:p>
            <a:pPr lvl="1"/>
            <a:r>
              <a:rPr lang="fr-FR" sz="2200" dirty="0"/>
              <a:t>Vérifier les points critiques de sécurité</a:t>
            </a:r>
          </a:p>
          <a:p>
            <a:pPr lvl="1"/>
            <a:r>
              <a:rPr lang="fr-FR" sz="2200" dirty="0"/>
              <a:t>Afficher des résultats lisibles</a:t>
            </a:r>
          </a:p>
          <a:p>
            <a:pPr lvl="1"/>
            <a:r>
              <a:rPr lang="fr-FR" sz="2200" dirty="0"/>
              <a:t>Générer un rapport horodaté</a:t>
            </a:r>
          </a:p>
          <a:p>
            <a:pPr lvl="1"/>
            <a:r>
              <a:rPr lang="fr-FR" sz="2200" dirty="0"/>
              <a:t>Calculer un score global de conformité</a:t>
            </a:r>
          </a:p>
          <a:p>
            <a:pPr marL="0" indent="0">
              <a:buNone/>
            </a:pPr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9547701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D84D7C57-BA19-0AC1-33C4-66F1118A6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fr-FR" sz="5400"/>
              <a:t>Modules du script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32BEB21-B378-D655-AFFA-F21E097D5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2400" dirty="0">
                <a:effectLst/>
              </a:rPr>
              <a:t>Modules implémentés :</a:t>
            </a:r>
            <a:endParaRPr lang="fr-FR" sz="2400" dirty="0"/>
          </a:p>
          <a:p>
            <a:pPr lvl="1"/>
            <a:r>
              <a:rPr lang="fr-FR" dirty="0" err="1"/>
              <a:t>check_ssh</a:t>
            </a:r>
            <a:r>
              <a:rPr lang="fr-FR" dirty="0"/>
              <a:t>()</a:t>
            </a:r>
            <a:r>
              <a:rPr lang="fr-FR" dirty="0">
                <a:effectLst/>
              </a:rPr>
              <a:t> → service SSH, port, root login</a:t>
            </a:r>
            <a:endParaRPr lang="fr-FR" dirty="0"/>
          </a:p>
          <a:p>
            <a:pPr lvl="1"/>
            <a:r>
              <a:rPr lang="fr-FR" dirty="0" err="1"/>
              <a:t>check_ufw</a:t>
            </a:r>
            <a:r>
              <a:rPr lang="fr-FR" dirty="0"/>
              <a:t>()</a:t>
            </a:r>
            <a:r>
              <a:rPr lang="fr-FR" dirty="0">
                <a:effectLst/>
              </a:rPr>
              <a:t> → firewall actif + règles</a:t>
            </a:r>
            <a:endParaRPr lang="fr-FR" dirty="0"/>
          </a:p>
          <a:p>
            <a:pPr lvl="1"/>
            <a:r>
              <a:rPr lang="fr-FR" dirty="0" err="1"/>
              <a:t>check_file_permissions</a:t>
            </a:r>
            <a:r>
              <a:rPr lang="fr-FR" dirty="0"/>
              <a:t>()</a:t>
            </a:r>
            <a:r>
              <a:rPr lang="fr-FR" dirty="0">
                <a:effectLst/>
              </a:rPr>
              <a:t> → </a:t>
            </a:r>
            <a:r>
              <a:rPr lang="fr-FR" dirty="0" err="1">
                <a:effectLst/>
              </a:rPr>
              <a:t>passwd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shadow</a:t>
            </a:r>
            <a:r>
              <a:rPr lang="fr-FR" dirty="0">
                <a:effectLst/>
              </a:rPr>
              <a:t>, group, </a:t>
            </a:r>
            <a:r>
              <a:rPr lang="fr-FR" dirty="0" err="1">
                <a:effectLst/>
              </a:rPr>
              <a:t>sudoers</a:t>
            </a:r>
            <a:endParaRPr lang="fr-FR" dirty="0"/>
          </a:p>
          <a:p>
            <a:pPr lvl="1"/>
            <a:r>
              <a:rPr lang="fr-FR" dirty="0" err="1"/>
              <a:t>check_listening_services</a:t>
            </a:r>
            <a:r>
              <a:rPr lang="fr-FR" dirty="0"/>
              <a:t>()</a:t>
            </a:r>
            <a:r>
              <a:rPr lang="fr-FR" dirty="0">
                <a:effectLst/>
              </a:rPr>
              <a:t> → ports ouverts</a:t>
            </a:r>
            <a:endParaRPr lang="fr-FR" dirty="0"/>
          </a:p>
          <a:p>
            <a:pPr lvl="1"/>
            <a:r>
              <a:rPr lang="fr-FR" dirty="0" err="1"/>
              <a:t>check_empty_passwords</a:t>
            </a:r>
            <a:r>
              <a:rPr lang="fr-FR" dirty="0"/>
              <a:t>()</a:t>
            </a:r>
            <a:r>
              <a:rPr lang="fr-FR" dirty="0">
                <a:effectLst/>
              </a:rPr>
              <a:t> → comptes sans mot de passe</a:t>
            </a:r>
            <a:endParaRPr lang="fr-FR" dirty="0"/>
          </a:p>
          <a:p>
            <a:pPr lvl="1"/>
            <a:r>
              <a:rPr lang="fr-FR" dirty="0" err="1"/>
              <a:t>check_updates</a:t>
            </a:r>
            <a:r>
              <a:rPr lang="fr-FR" dirty="0"/>
              <a:t>()</a:t>
            </a:r>
            <a:r>
              <a:rPr lang="fr-FR" dirty="0">
                <a:effectLst/>
              </a:rPr>
              <a:t> → mises à jour</a:t>
            </a:r>
            <a:endParaRPr lang="fr-FR" dirty="0"/>
          </a:p>
          <a:p>
            <a:pPr lvl="1"/>
            <a:r>
              <a:rPr lang="fr-FR" dirty="0" err="1"/>
              <a:t>check_ssh_dirs</a:t>
            </a:r>
            <a:r>
              <a:rPr lang="fr-FR" dirty="0"/>
              <a:t>()</a:t>
            </a:r>
            <a:r>
              <a:rPr lang="fr-FR" dirty="0">
                <a:effectLst/>
              </a:rPr>
              <a:t> → permissions .</a:t>
            </a:r>
            <a:r>
              <a:rPr lang="fr-FR" dirty="0" err="1">
                <a:effectLst/>
              </a:rPr>
              <a:t>ssh</a:t>
            </a:r>
            <a:endParaRPr lang="fr-FR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684863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81" name="Rectangle 1128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680DEF-5881-A220-072E-54ED66296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Lancer le script</a:t>
            </a:r>
          </a:p>
        </p:txBody>
      </p:sp>
      <p:sp>
        <p:nvSpPr>
          <p:cNvPr id="11282" name="Rectangle 1128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4AA19B6-6C22-BCA0-ED42-9DCFD251B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 err="1"/>
              <a:t>Commandes</a:t>
            </a:r>
            <a:r>
              <a:rPr lang="en-US" sz="1800" dirty="0"/>
              <a:t>:</a:t>
            </a:r>
          </a:p>
          <a:p>
            <a:pPr marL="57150"/>
            <a:endParaRPr lang="en-US" sz="1800" dirty="0"/>
          </a:p>
          <a:p>
            <a:pPr marL="57150"/>
            <a:endParaRPr lang="en-US" sz="18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 err="1">
                <a:effectLst/>
              </a:rPr>
              <a:t>Résultats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observés</a:t>
            </a:r>
            <a:r>
              <a:rPr lang="en-US" sz="1800" dirty="0">
                <a:effectLst/>
              </a:rPr>
              <a:t> :</a:t>
            </a:r>
            <a:endParaRPr lang="en-US" sz="1800" dirty="0"/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SSH </a:t>
            </a:r>
            <a:r>
              <a:rPr lang="en-US" sz="1800" dirty="0" err="1">
                <a:effectLst/>
              </a:rPr>
              <a:t>actif</a:t>
            </a:r>
            <a:endParaRPr lang="en-US" sz="1800" dirty="0"/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UFW </a:t>
            </a:r>
            <a:r>
              <a:rPr lang="en-US" sz="1800" dirty="0" err="1">
                <a:effectLst/>
              </a:rPr>
              <a:t>actif</a:t>
            </a:r>
            <a:endParaRPr lang="en-US" sz="1800" dirty="0"/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Permissions </a:t>
            </a:r>
            <a:r>
              <a:rPr lang="en-US" sz="1800" dirty="0" err="1">
                <a:effectLst/>
              </a:rPr>
              <a:t>correctes</a:t>
            </a:r>
            <a:endParaRPr lang="en-US" sz="1800" dirty="0"/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Services </a:t>
            </a:r>
            <a:r>
              <a:rPr lang="en-US" sz="1800" dirty="0" err="1">
                <a:effectLst/>
              </a:rPr>
              <a:t>en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écoute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listés</a:t>
            </a:r>
            <a:endParaRPr lang="en-US" sz="1800" dirty="0"/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Rapport </a:t>
            </a:r>
            <a:r>
              <a:rPr lang="en-US" sz="1800" dirty="0" err="1">
                <a:effectLst/>
              </a:rPr>
              <a:t>généré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automatiquement</a:t>
            </a:r>
            <a:endParaRPr lang="en-US" sz="18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11283" name="Rectangle 1128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4" name="Rectangle 1128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5" name="Rectangle 1128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D0DF3EE2-38BF-E882-1FDF-4357CB3F056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7738" y="1821140"/>
            <a:ext cx="5628018" cy="2982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478E848-F8CC-C8B8-30F3-8FEF27F98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09" y="2349414"/>
            <a:ext cx="2848373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7697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CFBAA62C-A06A-C3C5-3938-3F1939A7E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TP4- Rapport </a:t>
            </a:r>
            <a:r>
              <a:rPr lang="en-US" sz="8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d’audit</a:t>
            </a: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BEE62E9-6B27-31FF-3744-C7B94EC7D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3636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6C7739C5-6B40-51DB-0796-C45B2FF0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Mise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place d’un script bash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011ECF97-553E-5C10-F7A8-F78E5890B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 indent="-228600">
              <a:buFont typeface="Arial" panose="020B0604020202020204" pitchFamily="34" charset="0"/>
              <a:buChar char="•"/>
            </a:pPr>
            <a:r>
              <a:rPr lang="en-US" sz="2200" dirty="0"/>
              <a:t>Verifier les protections mise </a:t>
            </a:r>
            <a:r>
              <a:rPr lang="en-US" sz="2200" dirty="0" err="1"/>
              <a:t>en</a:t>
            </a:r>
            <a:r>
              <a:rPr lang="en-US" sz="2200" dirty="0"/>
              <a:t> place (SSH, UFW, permission)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2200" dirty="0"/>
              <a:t>Determiner </a:t>
            </a:r>
            <a:r>
              <a:rPr lang="en-US" sz="2200" dirty="0" err="1"/>
              <a:t>leur</a:t>
            </a:r>
            <a:r>
              <a:rPr lang="en-US" sz="2200" dirty="0"/>
              <a:t> status (Critique/ OK)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2200" dirty="0" err="1"/>
              <a:t>Génerer</a:t>
            </a:r>
            <a:r>
              <a:rPr lang="en-US" sz="2200" dirty="0"/>
              <a:t> un rapport.txt</a:t>
            </a:r>
          </a:p>
          <a:p>
            <a:pPr lvl="1"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endParaRPr lang="en-US" sz="2200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769C4E2B-854F-50CD-E744-3F3EC37AB9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728959"/>
            <a:ext cx="6903720" cy="340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233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CB3D593-B871-4C5F-40C8-E225B869E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Mise en place d’un script Python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BF385B-1E8B-D5F1-5A03-B8D671378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 err="1"/>
              <a:t>Récupération</a:t>
            </a:r>
            <a:r>
              <a:rPr lang="en-US" sz="1800" dirty="0"/>
              <a:t> des </a:t>
            </a:r>
            <a:r>
              <a:rPr lang="en-US" sz="1800" dirty="0" err="1"/>
              <a:t>vulnérabilité</a:t>
            </a:r>
            <a:r>
              <a:rPr lang="en-US" sz="1800" dirty="0"/>
              <a:t> </a:t>
            </a:r>
            <a:r>
              <a:rPr lang="en-US" sz="1800" dirty="0" err="1"/>
              <a:t>trouvés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J1 et J2 avec </a:t>
            </a:r>
            <a:r>
              <a:rPr lang="en-US" sz="1800" dirty="0" err="1"/>
              <a:t>leur</a:t>
            </a:r>
            <a:r>
              <a:rPr lang="en-US" sz="1800" dirty="0"/>
              <a:t> CVSS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 err="1"/>
              <a:t>Remédiation</a:t>
            </a:r>
            <a:r>
              <a:rPr lang="en-US" sz="1800" dirty="0"/>
              <a:t> mise </a:t>
            </a:r>
            <a:r>
              <a:rPr lang="en-US" sz="1800" dirty="0" err="1"/>
              <a:t>en</a:t>
            </a:r>
            <a:r>
              <a:rPr lang="en-US" sz="1800" dirty="0"/>
              <a:t> place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AB2BC0AA-D420-5158-82C1-038DC9D63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7738" y="1272408"/>
            <a:ext cx="5628018" cy="408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387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FAFB56A9-26F9-AEFF-78BE-14A6F06A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Merci pour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votre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attention!</a:t>
            </a:r>
          </a:p>
        </p:txBody>
      </p:sp>
    </p:spTree>
    <p:extLst>
      <p:ext uri="{BB962C8B-B14F-4D97-AF65-F5344CB8AC3E}">
        <p14:creationId xmlns:p14="http://schemas.microsoft.com/office/powerpoint/2010/main" val="29674194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3737</TotalTime>
  <Words>1126</Words>
  <Application>Microsoft Office PowerPoint</Application>
  <PresentationFormat>Grand écran</PresentationFormat>
  <Paragraphs>223</Paragraphs>
  <Slides>35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Helvetica Neue Medium</vt:lpstr>
      <vt:lpstr>Thème Office</vt:lpstr>
      <vt:lpstr>Projet Cybersécurité</vt:lpstr>
      <vt:lpstr>Environnement de Travail</vt:lpstr>
      <vt:lpstr>Context et Objectif</vt:lpstr>
      <vt:lpstr>Resultat du scan Nmap</vt:lpstr>
      <vt:lpstr>Vulnérabilité détectée</vt:lpstr>
      <vt:lpstr>Les vulnérabilités détectées:</vt:lpstr>
      <vt:lpstr>Analyse Applicative (SQLi)</vt:lpstr>
      <vt:lpstr>Analyse Applicative (IDOR)</vt:lpstr>
      <vt:lpstr>Analyse Applicative (XSS Refléctée)</vt:lpstr>
      <vt:lpstr>Requête HTTP brute pour headers (curl) </vt:lpstr>
      <vt:lpstr> J2- Corrections PHP &amp; Linux Hardening </vt:lpstr>
      <vt:lpstr>Corrections applicative (secure – coding)</vt:lpstr>
      <vt:lpstr>Corrections applicative (secure – coding)</vt:lpstr>
      <vt:lpstr>Secure-coding (Header HTTP de sécurité)</vt:lpstr>
      <vt:lpstr>Resumé du secure coding</vt:lpstr>
      <vt:lpstr>Hardening Linux</vt:lpstr>
      <vt:lpstr>Sécurisation du service</vt:lpstr>
      <vt:lpstr>Pare-feu UFW</vt:lpstr>
      <vt:lpstr>Permissions des fichiers sensibles</vt:lpstr>
      <vt:lpstr>Comptes et SUID</vt:lpstr>
      <vt:lpstr>Résumé du Hardening Linux </vt:lpstr>
      <vt:lpstr>TP3- Hardening Windows Server 2025 et Scripting Bash d’automatisation</vt:lpstr>
      <vt:lpstr>Objectif:</vt:lpstr>
      <vt:lpstr>Politique de mot de passe (GPO)</vt:lpstr>
      <vt:lpstr>Verrouillage de compte (GPO)</vt:lpstr>
      <vt:lpstr>Audit Active Directory</vt:lpstr>
      <vt:lpstr>Désactivation de SMBv1</vt:lpstr>
      <vt:lpstr>Réduction de NTLMv1 (forcer NTLMv2)</vt:lpstr>
      <vt:lpstr>Scripting Bash d’automatisation</vt:lpstr>
      <vt:lpstr>Modules du script</vt:lpstr>
      <vt:lpstr>Lancer le script</vt:lpstr>
      <vt:lpstr>TP4- Rapport d’audit</vt:lpstr>
      <vt:lpstr>Mise en place d’un script bash</vt:lpstr>
      <vt:lpstr>Mise en place d’un script Python</vt:lpstr>
      <vt:lpstr>Merci pour votre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Delnah HASSAM</dc:creator>
  <cp:lastModifiedBy>Delnah HASSAM</cp:lastModifiedBy>
  <cp:revision>3</cp:revision>
  <dcterms:created xsi:type="dcterms:W3CDTF">2026-04-14T18:56:07Z</dcterms:created>
  <dcterms:modified xsi:type="dcterms:W3CDTF">2026-04-17T09:14:01Z</dcterms:modified>
</cp:coreProperties>
</file>